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8A9E9-9FBB-436B-B7DC-35AD60C0148F}" v="77" dt="2026-08-27T18:54:47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j397971@outlook.com" userId="95e0ea4353e316e6" providerId="LiveId" clId="{56C96A02-BB2D-49C2-B2B0-076CA387FD16}"/>
    <pc:docChg chg="undo custSel addSld modSld">
      <pc:chgData name="rj397971@outlook.com" userId="95e0ea4353e316e6" providerId="LiveId" clId="{56C96A02-BB2D-49C2-B2B0-076CA387FD16}" dt="2026-08-27T18:55:36.325" v="2358" actId="115"/>
      <pc:docMkLst>
        <pc:docMk/>
      </pc:docMkLst>
      <pc:sldChg chg="addSp delSp modSp mod">
        <pc:chgData name="rj397971@outlook.com" userId="95e0ea4353e316e6" providerId="LiveId" clId="{56C96A02-BB2D-49C2-B2B0-076CA387FD16}" dt="2026-08-26T05:11:23.250" v="187" actId="1076"/>
        <pc:sldMkLst>
          <pc:docMk/>
          <pc:sldMk cId="2365315685" sldId="256"/>
        </pc:sldMkLst>
        <pc:spChg chg="mod">
          <ac:chgData name="rj397971@outlook.com" userId="95e0ea4353e316e6" providerId="LiveId" clId="{56C96A02-BB2D-49C2-B2B0-076CA387FD16}" dt="2026-08-26T05:11:23.250" v="187" actId="1076"/>
          <ac:spMkLst>
            <pc:docMk/>
            <pc:sldMk cId="2365315685" sldId="256"/>
            <ac:spMk id="10" creationId="{31B3F6D8-F6E9-27C0-8EA1-D805E2A95B02}"/>
          </ac:spMkLst>
        </pc:spChg>
        <pc:picChg chg="add mod modCrop">
          <ac:chgData name="rj397971@outlook.com" userId="95e0ea4353e316e6" providerId="LiveId" clId="{56C96A02-BB2D-49C2-B2B0-076CA387FD16}" dt="2026-08-26T04:46:06.253" v="13" actId="1440"/>
          <ac:picMkLst>
            <pc:docMk/>
            <pc:sldMk cId="2365315685" sldId="256"/>
            <ac:picMk id="12" creationId="{0E12FBEE-55CD-D07D-6E02-3010FAD20644}"/>
          </ac:picMkLst>
        </pc:picChg>
        <pc:picChg chg="add mod modCrop">
          <ac:chgData name="rj397971@outlook.com" userId="95e0ea4353e316e6" providerId="LiveId" clId="{56C96A02-BB2D-49C2-B2B0-076CA387FD16}" dt="2026-08-26T05:10:07.708" v="169" actId="14100"/>
          <ac:picMkLst>
            <pc:docMk/>
            <pc:sldMk cId="2365315685" sldId="256"/>
            <ac:picMk id="14" creationId="{6C090867-C4C4-0CF8-A252-EEE0E7AA50DB}"/>
          </ac:picMkLst>
        </pc:picChg>
        <pc:picChg chg="add mod modCrop">
          <ac:chgData name="rj397971@outlook.com" userId="95e0ea4353e316e6" providerId="LiveId" clId="{56C96A02-BB2D-49C2-B2B0-076CA387FD16}" dt="2026-08-26T04:47:59.221" v="38" actId="1076"/>
          <ac:picMkLst>
            <pc:docMk/>
            <pc:sldMk cId="2365315685" sldId="256"/>
            <ac:picMk id="16" creationId="{4EECF8A9-F768-1152-4B00-07DD26D27927}"/>
          </ac:picMkLst>
        </pc:picChg>
        <pc:picChg chg="add mod modCrop">
          <ac:chgData name="rj397971@outlook.com" userId="95e0ea4353e316e6" providerId="LiveId" clId="{56C96A02-BB2D-49C2-B2B0-076CA387FD16}" dt="2026-08-26T04:48:56.253" v="49" actId="1076"/>
          <ac:picMkLst>
            <pc:docMk/>
            <pc:sldMk cId="2365315685" sldId="256"/>
            <ac:picMk id="18" creationId="{E8E58179-6555-A8B9-F92E-B7BFD5286A50}"/>
          </ac:picMkLst>
        </pc:picChg>
        <pc:picChg chg="add mod modCrop">
          <ac:chgData name="rj397971@outlook.com" userId="95e0ea4353e316e6" providerId="LiveId" clId="{56C96A02-BB2D-49C2-B2B0-076CA387FD16}" dt="2026-08-26T04:51:43.925" v="76" actId="14100"/>
          <ac:picMkLst>
            <pc:docMk/>
            <pc:sldMk cId="2365315685" sldId="256"/>
            <ac:picMk id="20" creationId="{43D0DF1B-1843-75ED-83AC-DF5C4A9E8578}"/>
          </ac:picMkLst>
        </pc:picChg>
        <pc:picChg chg="add mod modCrop">
          <ac:chgData name="rj397971@outlook.com" userId="95e0ea4353e316e6" providerId="LiveId" clId="{56C96A02-BB2D-49C2-B2B0-076CA387FD16}" dt="2026-08-26T05:10:02.412" v="168" actId="14100"/>
          <ac:picMkLst>
            <pc:docMk/>
            <pc:sldMk cId="2365315685" sldId="256"/>
            <ac:picMk id="22" creationId="{2F39F249-585C-6D64-464D-89293EE0783F}"/>
          </ac:picMkLst>
        </pc:picChg>
        <pc:picChg chg="add del mod">
          <ac:chgData name="rj397971@outlook.com" userId="95e0ea4353e316e6" providerId="LiveId" clId="{56C96A02-BB2D-49C2-B2B0-076CA387FD16}" dt="2026-08-26T05:01:06.574" v="81" actId="21"/>
          <ac:picMkLst>
            <pc:docMk/>
            <pc:sldMk cId="2365315685" sldId="256"/>
            <ac:picMk id="24" creationId="{635C3B5E-AA72-36FC-3A74-F63BEDD8F096}"/>
          </ac:picMkLst>
        </pc:picChg>
        <pc:picChg chg="add del mod modCrop">
          <ac:chgData name="rj397971@outlook.com" userId="95e0ea4353e316e6" providerId="LiveId" clId="{56C96A02-BB2D-49C2-B2B0-076CA387FD16}" dt="2026-08-26T05:05:30.156" v="109" actId="21"/>
          <ac:picMkLst>
            <pc:docMk/>
            <pc:sldMk cId="2365315685" sldId="256"/>
            <ac:picMk id="26" creationId="{EF34FB32-5C8B-F3EB-1497-EFADF63B76EC}"/>
          </ac:picMkLst>
        </pc:picChg>
        <pc:picChg chg="add del mod modCrop">
          <ac:chgData name="rj397971@outlook.com" userId="95e0ea4353e316e6" providerId="LiveId" clId="{56C96A02-BB2D-49C2-B2B0-076CA387FD16}" dt="2026-08-26T05:05:26.793" v="108" actId="21"/>
          <ac:picMkLst>
            <pc:docMk/>
            <pc:sldMk cId="2365315685" sldId="256"/>
            <ac:picMk id="28" creationId="{81ACDA24-50AF-6C54-E49D-BA6D80642952}"/>
          </ac:picMkLst>
        </pc:picChg>
        <pc:picChg chg="add mod modCrop">
          <ac:chgData name="rj397971@outlook.com" userId="95e0ea4353e316e6" providerId="LiveId" clId="{56C96A02-BB2D-49C2-B2B0-076CA387FD16}" dt="2026-08-26T05:11:08.711" v="185" actId="1440"/>
          <ac:picMkLst>
            <pc:docMk/>
            <pc:sldMk cId="2365315685" sldId="256"/>
            <ac:picMk id="30" creationId="{F4C373C2-8030-B8DA-184C-CD61A51E6E66}"/>
          </ac:picMkLst>
        </pc:picChg>
        <pc:picChg chg="add mod modCrop">
          <ac:chgData name="rj397971@outlook.com" userId="95e0ea4353e316e6" providerId="LiveId" clId="{56C96A02-BB2D-49C2-B2B0-076CA387FD16}" dt="2026-08-26T05:11:13.571" v="186" actId="1440"/>
          <ac:picMkLst>
            <pc:docMk/>
            <pc:sldMk cId="2365315685" sldId="256"/>
            <ac:picMk id="32" creationId="{1E273CD1-828F-F9D9-5A29-7B9A71D86D4C}"/>
          </ac:picMkLst>
        </pc:picChg>
        <pc:picChg chg="add mod modCrop">
          <ac:chgData name="rj397971@outlook.com" userId="95e0ea4353e316e6" providerId="LiveId" clId="{56C96A02-BB2D-49C2-B2B0-076CA387FD16}" dt="2026-08-26T05:09:53.241" v="167" actId="1076"/>
          <ac:picMkLst>
            <pc:docMk/>
            <pc:sldMk cId="2365315685" sldId="256"/>
            <ac:picMk id="34" creationId="{A27C0180-1CEA-9740-7FD0-4A3684A81B39}"/>
          </ac:picMkLst>
        </pc:picChg>
        <pc:picChg chg="add mod modCrop">
          <ac:chgData name="rj397971@outlook.com" userId="95e0ea4353e316e6" providerId="LiveId" clId="{56C96A02-BB2D-49C2-B2B0-076CA387FD16}" dt="2026-08-26T05:09:49.792" v="166" actId="14100"/>
          <ac:picMkLst>
            <pc:docMk/>
            <pc:sldMk cId="2365315685" sldId="256"/>
            <ac:picMk id="36" creationId="{9D102E00-CB77-BBE1-AF8E-071204572334}"/>
          </ac:picMkLst>
        </pc:picChg>
        <pc:picChg chg="add mod modCrop">
          <ac:chgData name="rj397971@outlook.com" userId="95e0ea4353e316e6" providerId="LiveId" clId="{56C96A02-BB2D-49C2-B2B0-076CA387FD16}" dt="2026-08-26T05:10:57.709" v="183" actId="1440"/>
          <ac:picMkLst>
            <pc:docMk/>
            <pc:sldMk cId="2365315685" sldId="256"/>
            <ac:picMk id="38" creationId="{6ECAD5BF-58F1-3E14-1A98-5C409402DA21}"/>
          </ac:picMkLst>
        </pc:picChg>
        <pc:picChg chg="add mod modCrop">
          <ac:chgData name="rj397971@outlook.com" userId="95e0ea4353e316e6" providerId="LiveId" clId="{56C96A02-BB2D-49C2-B2B0-076CA387FD16}" dt="2026-08-26T05:11:03.330" v="184" actId="1440"/>
          <ac:picMkLst>
            <pc:docMk/>
            <pc:sldMk cId="2365315685" sldId="256"/>
            <ac:picMk id="40" creationId="{A2DA6BF4-A3FA-7F07-34F1-D4C5255B9B0D}"/>
          </ac:picMkLst>
        </pc:picChg>
      </pc:sldChg>
      <pc:sldChg chg="addSp delSp modSp new mod">
        <pc:chgData name="rj397971@outlook.com" userId="95e0ea4353e316e6" providerId="LiveId" clId="{56C96A02-BB2D-49C2-B2B0-076CA387FD16}" dt="2026-08-27T18:55:36.325" v="2358" actId="115"/>
        <pc:sldMkLst>
          <pc:docMk/>
          <pc:sldMk cId="457123066" sldId="257"/>
        </pc:sldMkLst>
        <pc:spChg chg="add mod">
          <ac:chgData name="rj397971@outlook.com" userId="95e0ea4353e316e6" providerId="LiveId" clId="{56C96A02-BB2D-49C2-B2B0-076CA387FD16}" dt="2026-08-26T05:23:37.908" v="207" actId="1076"/>
          <ac:spMkLst>
            <pc:docMk/>
            <pc:sldMk cId="457123066" sldId="257"/>
            <ac:spMk id="2" creationId="{236E7940-E2EB-B87A-3069-E69CD58547FA}"/>
          </ac:spMkLst>
        </pc:spChg>
        <pc:spChg chg="add del">
          <ac:chgData name="rj397971@outlook.com" userId="95e0ea4353e316e6" providerId="LiveId" clId="{56C96A02-BB2D-49C2-B2B0-076CA387FD16}" dt="2026-08-26T05:38:45.740" v="212"/>
          <ac:spMkLst>
            <pc:docMk/>
            <pc:sldMk cId="457123066" sldId="257"/>
            <ac:spMk id="4" creationId="{501D905C-ACE4-70A6-62CE-D47C4613D998}"/>
          </ac:spMkLst>
        </pc:spChg>
        <pc:spChg chg="add mod">
          <ac:chgData name="rj397971@outlook.com" userId="95e0ea4353e316e6" providerId="LiveId" clId="{56C96A02-BB2D-49C2-B2B0-076CA387FD16}" dt="2026-08-27T18:53:15.050" v="2305" actId="1076"/>
          <ac:spMkLst>
            <pc:docMk/>
            <pc:sldMk cId="457123066" sldId="257"/>
            <ac:spMk id="4" creationId="{E778E701-A617-0248-2064-0F9FA7BCB69C}"/>
          </ac:spMkLst>
        </pc:spChg>
        <pc:spChg chg="add del mod">
          <ac:chgData name="rj397971@outlook.com" userId="95e0ea4353e316e6" providerId="LiveId" clId="{56C96A02-BB2D-49C2-B2B0-076CA387FD16}" dt="2026-08-26T05:38:45.740" v="214"/>
          <ac:spMkLst>
            <pc:docMk/>
            <pc:sldMk cId="457123066" sldId="257"/>
            <ac:spMk id="5" creationId="{21D7955B-B0E5-6BAD-A266-68E4A6208C57}"/>
          </ac:spMkLst>
        </pc:spChg>
        <pc:spChg chg="add mod">
          <ac:chgData name="rj397971@outlook.com" userId="95e0ea4353e316e6" providerId="LiveId" clId="{56C96A02-BB2D-49C2-B2B0-076CA387FD16}" dt="2026-08-27T18:54:31.660" v="2339" actId="1076"/>
          <ac:spMkLst>
            <pc:docMk/>
            <pc:sldMk cId="457123066" sldId="257"/>
            <ac:spMk id="5" creationId="{6358B619-B959-B9FE-B368-9E2EBFE57796}"/>
          </ac:spMkLst>
        </pc:spChg>
        <pc:spChg chg="add mod">
          <ac:chgData name="rj397971@outlook.com" userId="95e0ea4353e316e6" providerId="LiveId" clId="{56C96A02-BB2D-49C2-B2B0-076CA387FD16}" dt="2026-08-27T18:54:26.936" v="2338" actId="1076"/>
          <ac:spMkLst>
            <pc:docMk/>
            <pc:sldMk cId="457123066" sldId="257"/>
            <ac:spMk id="6" creationId="{AC4F3FE4-FC33-E2E3-2852-403417D4A4E0}"/>
          </ac:spMkLst>
        </pc:spChg>
        <pc:spChg chg="add mod">
          <ac:chgData name="rj397971@outlook.com" userId="95e0ea4353e316e6" providerId="LiveId" clId="{56C96A02-BB2D-49C2-B2B0-076CA387FD16}" dt="2026-08-26T05:59:33.503" v="531" actId="1076"/>
          <ac:spMkLst>
            <pc:docMk/>
            <pc:sldMk cId="457123066" sldId="257"/>
            <ac:spMk id="7" creationId="{6E20177F-7A08-2471-D949-CFF17246C4F2}"/>
          </ac:spMkLst>
        </pc:spChg>
        <pc:spChg chg="add mod">
          <ac:chgData name="rj397971@outlook.com" userId="95e0ea4353e316e6" providerId="LiveId" clId="{56C96A02-BB2D-49C2-B2B0-076CA387FD16}" dt="2026-08-27T18:55:36.325" v="2358" actId="115"/>
          <ac:spMkLst>
            <pc:docMk/>
            <pc:sldMk cId="457123066" sldId="257"/>
            <ac:spMk id="8" creationId="{F6204102-710B-7200-94A9-7426539EFED7}"/>
          </ac:spMkLst>
        </pc:spChg>
        <pc:graphicFrameChg chg="add mod modGraphic">
          <ac:chgData name="rj397971@outlook.com" userId="95e0ea4353e316e6" providerId="LiveId" clId="{56C96A02-BB2D-49C2-B2B0-076CA387FD16}" dt="2026-08-27T18:53:59.953" v="2324" actId="20577"/>
          <ac:graphicFrameMkLst>
            <pc:docMk/>
            <pc:sldMk cId="457123066" sldId="257"/>
            <ac:graphicFrameMk id="3" creationId="{840B2E41-3E34-6393-DCC7-3B389731BF51}"/>
          </ac:graphicFrameMkLst>
        </pc:graphicFrameChg>
        <pc:graphicFrameChg chg="add del mod modGraphic">
          <ac:chgData name="rj397971@outlook.com" userId="95e0ea4353e316e6" providerId="LiveId" clId="{56C96A02-BB2D-49C2-B2B0-076CA387FD16}" dt="2026-08-26T05:43:26.219" v="300" actId="21"/>
          <ac:graphicFrameMkLst>
            <pc:docMk/>
            <pc:sldMk cId="457123066" sldId="257"/>
            <ac:graphicFrameMk id="6" creationId="{BE5950E9-D204-3DD0-F08A-373F751A8246}"/>
          </ac:graphicFrameMkLst>
        </pc:graphicFrameChg>
      </pc:sldChg>
      <pc:sldChg chg="addSp delSp modSp new mod">
        <pc:chgData name="rj397971@outlook.com" userId="95e0ea4353e316e6" providerId="LiveId" clId="{56C96A02-BB2D-49C2-B2B0-076CA387FD16}" dt="2026-08-27T18:41:32.880" v="2208" actId="255"/>
        <pc:sldMkLst>
          <pc:docMk/>
          <pc:sldMk cId="3471813865" sldId="258"/>
        </pc:sldMkLst>
        <pc:spChg chg="add mod">
          <ac:chgData name="rj397971@outlook.com" userId="95e0ea4353e316e6" providerId="LiveId" clId="{56C96A02-BB2D-49C2-B2B0-076CA387FD16}" dt="2026-08-27T18:41:32.880" v="2208" actId="255"/>
          <ac:spMkLst>
            <pc:docMk/>
            <pc:sldMk cId="3471813865" sldId="258"/>
            <ac:spMk id="3" creationId="{31A9CFEF-5802-A3AC-9AEA-F9A76E6A3BA1}"/>
          </ac:spMkLst>
        </pc:spChg>
        <pc:spChg chg="add del mod">
          <ac:chgData name="rj397971@outlook.com" userId="95e0ea4353e316e6" providerId="LiveId" clId="{56C96A02-BB2D-49C2-B2B0-076CA387FD16}" dt="2026-08-26T07:13:26.309" v="549"/>
          <ac:spMkLst>
            <pc:docMk/>
            <pc:sldMk cId="3471813865" sldId="258"/>
            <ac:spMk id="4" creationId="{646E296B-B06D-D695-3E61-4A800BB827C9}"/>
          </ac:spMkLst>
        </pc:spChg>
        <pc:spChg chg="add mod">
          <ac:chgData name="rj397971@outlook.com" userId="95e0ea4353e316e6" providerId="LiveId" clId="{56C96A02-BB2D-49C2-B2B0-076CA387FD16}" dt="2026-08-26T07:22:00.658" v="583" actId="14100"/>
          <ac:spMkLst>
            <pc:docMk/>
            <pc:sldMk cId="3471813865" sldId="258"/>
            <ac:spMk id="6" creationId="{50DA9F41-6FDC-DFE6-1BC3-0B66CD428AC4}"/>
          </ac:spMkLst>
        </pc:spChg>
        <pc:spChg chg="add del mod">
          <ac:chgData name="rj397971@outlook.com" userId="95e0ea4353e316e6" providerId="LiveId" clId="{56C96A02-BB2D-49C2-B2B0-076CA387FD16}" dt="2026-08-26T07:15:43.426" v="577"/>
          <ac:spMkLst>
            <pc:docMk/>
            <pc:sldMk cId="3471813865" sldId="258"/>
            <ac:spMk id="7" creationId="{30251A51-B742-A7D1-2F62-222CDCA266E3}"/>
          </ac:spMkLst>
        </pc:spChg>
        <pc:spChg chg="add mod">
          <ac:chgData name="rj397971@outlook.com" userId="95e0ea4353e316e6" providerId="LiveId" clId="{56C96A02-BB2D-49C2-B2B0-076CA387FD16}" dt="2026-08-26T07:42:51.446" v="628" actId="1076"/>
          <ac:spMkLst>
            <pc:docMk/>
            <pc:sldMk cId="3471813865" sldId="258"/>
            <ac:spMk id="15" creationId="{4CC3D9A4-284E-C1A0-E2AF-D2F94E3F8CA1}"/>
          </ac:spMkLst>
        </pc:spChg>
        <pc:picChg chg="add mod modCrop">
          <ac:chgData name="rj397971@outlook.com" userId="95e0ea4353e316e6" providerId="LiveId" clId="{56C96A02-BB2D-49C2-B2B0-076CA387FD16}" dt="2026-08-26T07:35:32.731" v="615" actId="1076"/>
          <ac:picMkLst>
            <pc:docMk/>
            <pc:sldMk cId="3471813865" sldId="258"/>
            <ac:picMk id="9" creationId="{AB4D0ACB-6CE6-4B6F-8266-0912064D2E83}"/>
          </ac:picMkLst>
        </pc:picChg>
        <pc:picChg chg="add mod modCrop">
          <ac:chgData name="rj397971@outlook.com" userId="95e0ea4353e316e6" providerId="LiveId" clId="{56C96A02-BB2D-49C2-B2B0-076CA387FD16}" dt="2026-08-26T07:35:35.010" v="616" actId="1076"/>
          <ac:picMkLst>
            <pc:docMk/>
            <pc:sldMk cId="3471813865" sldId="258"/>
            <ac:picMk id="11" creationId="{B65DE128-0F66-3EE8-0F04-30F3BC071EA5}"/>
          </ac:picMkLst>
        </pc:picChg>
        <pc:picChg chg="add mod modCrop">
          <ac:chgData name="rj397971@outlook.com" userId="95e0ea4353e316e6" providerId="LiveId" clId="{56C96A02-BB2D-49C2-B2B0-076CA387FD16}" dt="2026-08-26T07:35:39.293" v="617" actId="1076"/>
          <ac:picMkLst>
            <pc:docMk/>
            <pc:sldMk cId="3471813865" sldId="258"/>
            <ac:picMk id="13" creationId="{DD091A46-E121-B7E8-2096-7F2036A3B8A6}"/>
          </ac:picMkLst>
        </pc:picChg>
      </pc:sldChg>
      <pc:sldChg chg="addSp delSp modSp new mod setBg">
        <pc:chgData name="rj397971@outlook.com" userId="95e0ea4353e316e6" providerId="LiveId" clId="{56C96A02-BB2D-49C2-B2B0-076CA387FD16}" dt="2026-08-27T18:41:52.975" v="2210" actId="255"/>
        <pc:sldMkLst>
          <pc:docMk/>
          <pc:sldMk cId="1473619025" sldId="259"/>
        </pc:sldMkLst>
        <pc:spChg chg="add mod">
          <ac:chgData name="rj397971@outlook.com" userId="95e0ea4353e316e6" providerId="LiveId" clId="{56C96A02-BB2D-49C2-B2B0-076CA387FD16}" dt="2026-08-27T18:41:52.975" v="2210" actId="255"/>
          <ac:spMkLst>
            <pc:docMk/>
            <pc:sldMk cId="1473619025" sldId="259"/>
            <ac:spMk id="3" creationId="{82FF0E5C-86AA-A4B1-2A70-FEABA65847B9}"/>
          </ac:spMkLst>
        </pc:spChg>
        <pc:spChg chg="add del mod">
          <ac:chgData name="rj397971@outlook.com" userId="95e0ea4353e316e6" providerId="LiveId" clId="{56C96A02-BB2D-49C2-B2B0-076CA387FD16}" dt="2026-08-26T07:46:39.159" v="642" actId="22"/>
          <ac:spMkLst>
            <pc:docMk/>
            <pc:sldMk cId="1473619025" sldId="259"/>
            <ac:spMk id="5" creationId="{0E899646-52F4-7EAF-0A4C-76AB4A895C7A}"/>
          </ac:spMkLst>
        </pc:spChg>
        <pc:spChg chg="add del mod">
          <ac:chgData name="rj397971@outlook.com" userId="95e0ea4353e316e6" providerId="LiveId" clId="{56C96A02-BB2D-49C2-B2B0-076CA387FD16}" dt="2026-08-26T07:51:11.440" v="676"/>
          <ac:spMkLst>
            <pc:docMk/>
            <pc:sldMk cId="1473619025" sldId="259"/>
            <ac:spMk id="7" creationId="{41AC8437-498D-77E5-25C1-3642A2394B43}"/>
          </ac:spMkLst>
        </pc:spChg>
        <pc:spChg chg="add mod">
          <ac:chgData name="rj397971@outlook.com" userId="95e0ea4353e316e6" providerId="LiveId" clId="{56C96A02-BB2D-49C2-B2B0-076CA387FD16}" dt="2026-08-26T07:50:57.400" v="673" actId="3062"/>
          <ac:spMkLst>
            <pc:docMk/>
            <pc:sldMk cId="1473619025" sldId="259"/>
            <ac:spMk id="8" creationId="{B391373D-677A-2681-9BCA-27BFE5BAD2FD}"/>
          </ac:spMkLst>
        </pc:spChg>
        <pc:spChg chg="add mod">
          <ac:chgData name="rj397971@outlook.com" userId="95e0ea4353e316e6" providerId="LiveId" clId="{56C96A02-BB2D-49C2-B2B0-076CA387FD16}" dt="2026-08-26T08:01:40.607" v="702" actId="20577"/>
          <ac:spMkLst>
            <pc:docMk/>
            <pc:sldMk cId="1473619025" sldId="259"/>
            <ac:spMk id="12" creationId="{4CCF698B-E187-E43B-2035-23EC65988BF9}"/>
          </ac:spMkLst>
        </pc:spChg>
        <pc:spChg chg="add mod">
          <ac:chgData name="rj397971@outlook.com" userId="95e0ea4353e316e6" providerId="LiveId" clId="{56C96A02-BB2D-49C2-B2B0-076CA387FD16}" dt="2026-08-26T08:01:52.458" v="703" actId="1076"/>
          <ac:spMkLst>
            <pc:docMk/>
            <pc:sldMk cId="1473619025" sldId="259"/>
            <ac:spMk id="14" creationId="{6789F366-6F41-DCD6-216F-198CD6B5787B}"/>
          </ac:spMkLst>
        </pc:spChg>
        <pc:spChg chg="add del">
          <ac:chgData name="rj397971@outlook.com" userId="95e0ea4353e316e6" providerId="LiveId" clId="{56C96A02-BB2D-49C2-B2B0-076CA387FD16}" dt="2026-08-26T08:03:24.836" v="707" actId="11529"/>
          <ac:spMkLst>
            <pc:docMk/>
            <pc:sldMk cId="1473619025" sldId="259"/>
            <ac:spMk id="15" creationId="{D5E6831E-C7AD-776B-FC80-0C5B6ED4D276}"/>
          </ac:spMkLst>
        </pc:spChg>
        <pc:spChg chg="add del mod">
          <ac:chgData name="rj397971@outlook.com" userId="95e0ea4353e316e6" providerId="LiveId" clId="{56C96A02-BB2D-49C2-B2B0-076CA387FD16}" dt="2026-08-26T08:07:52.114" v="739" actId="11529"/>
          <ac:spMkLst>
            <pc:docMk/>
            <pc:sldMk cId="1473619025" sldId="259"/>
            <ac:spMk id="26" creationId="{6EF60055-8D2B-3B24-0D58-6DD3B3946ECB}"/>
          </ac:spMkLst>
        </pc:spChg>
        <pc:grpChg chg="mod">
          <ac:chgData name="rj397971@outlook.com" userId="95e0ea4353e316e6" providerId="LiveId" clId="{56C96A02-BB2D-49C2-B2B0-076CA387FD16}" dt="2026-08-26T08:06:39.485" v="726"/>
          <ac:grpSpMkLst>
            <pc:docMk/>
            <pc:sldMk cId="1473619025" sldId="259"/>
            <ac:grpSpMk id="23" creationId="{34DB7389-DB30-4826-C258-911B77453016}"/>
          </ac:grpSpMkLst>
        </pc:grpChg>
        <pc:picChg chg="add mod modCrop">
          <ac:chgData name="rj397971@outlook.com" userId="95e0ea4353e316e6" providerId="LiveId" clId="{56C96A02-BB2D-49C2-B2B0-076CA387FD16}" dt="2026-08-26T08:08:28.598" v="742" actId="1076"/>
          <ac:picMkLst>
            <pc:docMk/>
            <pc:sldMk cId="1473619025" sldId="259"/>
            <ac:picMk id="10" creationId="{389DD946-2338-3C61-C4AF-D59981C3AFAD}"/>
          </ac:picMkLst>
        </pc:picChg>
        <pc:inkChg chg="add del">
          <ac:chgData name="rj397971@outlook.com" userId="95e0ea4353e316e6" providerId="LiveId" clId="{56C96A02-BB2D-49C2-B2B0-076CA387FD16}" dt="2026-08-26T08:04:54.621" v="713" actId="9405"/>
          <ac:inkMkLst>
            <pc:docMk/>
            <pc:sldMk cId="1473619025" sldId="259"/>
            <ac:inkMk id="16" creationId="{03038757-9912-0E45-ABDB-2F08D67C4285}"/>
          </ac:inkMkLst>
        </pc:inkChg>
        <pc:inkChg chg="add del">
          <ac:chgData name="rj397971@outlook.com" userId="95e0ea4353e316e6" providerId="LiveId" clId="{56C96A02-BB2D-49C2-B2B0-076CA387FD16}" dt="2026-08-26T08:06:40.324" v="731" actId="9405"/>
          <ac:inkMkLst>
            <pc:docMk/>
            <pc:sldMk cId="1473619025" sldId="259"/>
            <ac:inkMk id="17" creationId="{536B4E0F-303B-AAD4-6415-98792ADD797B}"/>
          </ac:inkMkLst>
        </pc:inkChg>
        <pc:inkChg chg="add del">
          <ac:chgData name="rj397971@outlook.com" userId="95e0ea4353e316e6" providerId="LiveId" clId="{56C96A02-BB2D-49C2-B2B0-076CA387FD16}" dt="2026-08-26T08:06:40.188" v="730" actId="9405"/>
          <ac:inkMkLst>
            <pc:docMk/>
            <pc:sldMk cId="1473619025" sldId="259"/>
            <ac:inkMk id="18" creationId="{F01519B8-7861-3FF0-BAC4-D490B1AF3B62}"/>
          </ac:inkMkLst>
        </pc:inkChg>
        <pc:inkChg chg="add del">
          <ac:chgData name="rj397971@outlook.com" userId="95e0ea4353e316e6" providerId="LiveId" clId="{56C96A02-BB2D-49C2-B2B0-076CA387FD16}" dt="2026-08-26T08:06:40.020" v="729" actId="9405"/>
          <ac:inkMkLst>
            <pc:docMk/>
            <pc:sldMk cId="1473619025" sldId="259"/>
            <ac:inkMk id="19" creationId="{3328E197-A746-EACA-1272-2D46C9756A9C}"/>
          </ac:inkMkLst>
        </pc:inkChg>
        <pc:inkChg chg="add del">
          <ac:chgData name="rj397971@outlook.com" userId="95e0ea4353e316e6" providerId="LiveId" clId="{56C96A02-BB2D-49C2-B2B0-076CA387FD16}" dt="2026-08-26T08:06:39.867" v="728" actId="9405"/>
          <ac:inkMkLst>
            <pc:docMk/>
            <pc:sldMk cId="1473619025" sldId="259"/>
            <ac:inkMk id="20" creationId="{5B78DBA3-6E2C-3B6C-243A-B11E855CE917}"/>
          </ac:inkMkLst>
        </pc:inkChg>
        <pc:inkChg chg="add del mod">
          <ac:chgData name="rj397971@outlook.com" userId="95e0ea4353e316e6" providerId="LiveId" clId="{56C96A02-BB2D-49C2-B2B0-076CA387FD16}" dt="2026-08-26T08:06:39.660" v="727" actId="9405"/>
          <ac:inkMkLst>
            <pc:docMk/>
            <pc:sldMk cId="1473619025" sldId="259"/>
            <ac:inkMk id="21" creationId="{439DD4C4-EC00-E863-A12C-FA15A127676A}"/>
          </ac:inkMkLst>
        </pc:inkChg>
        <pc:inkChg chg="add del mod">
          <ac:chgData name="rj397971@outlook.com" userId="95e0ea4353e316e6" providerId="LiveId" clId="{56C96A02-BB2D-49C2-B2B0-076CA387FD16}" dt="2026-08-26T08:06:39.485" v="726"/>
          <ac:inkMkLst>
            <pc:docMk/>
            <pc:sldMk cId="1473619025" sldId="259"/>
            <ac:inkMk id="22" creationId="{0F20756F-C373-D2F9-4AF7-E3D3DAA54583}"/>
          </ac:inkMkLst>
        </pc:inkChg>
        <pc:inkChg chg="add del">
          <ac:chgData name="rj397971@outlook.com" userId="95e0ea4353e316e6" providerId="LiveId" clId="{56C96A02-BB2D-49C2-B2B0-076CA387FD16}" dt="2026-08-26T08:06:39.272" v="724" actId="9405"/>
          <ac:inkMkLst>
            <pc:docMk/>
            <pc:sldMk cId="1473619025" sldId="259"/>
            <ac:inkMk id="24" creationId="{26327ACC-2B2F-29D3-BAFD-309B48E94D68}"/>
          </ac:inkMkLst>
        </pc:inkChg>
        <pc:inkChg chg="add del">
          <ac:chgData name="rj397971@outlook.com" userId="95e0ea4353e316e6" providerId="LiveId" clId="{56C96A02-BB2D-49C2-B2B0-076CA387FD16}" dt="2026-08-26T08:06:38.974" v="723" actId="9405"/>
          <ac:inkMkLst>
            <pc:docMk/>
            <pc:sldMk cId="1473619025" sldId="259"/>
            <ac:inkMk id="25" creationId="{BA08235C-BDC8-22A4-9952-6D47CE24CA14}"/>
          </ac:inkMkLst>
        </pc:inkChg>
        <pc:cxnChg chg="add mod">
          <ac:chgData name="rj397971@outlook.com" userId="95e0ea4353e316e6" providerId="LiveId" clId="{56C96A02-BB2D-49C2-B2B0-076CA387FD16}" dt="2026-08-26T08:08:21.506" v="741" actId="13822"/>
          <ac:cxnSpMkLst>
            <pc:docMk/>
            <pc:sldMk cId="1473619025" sldId="259"/>
            <ac:cxnSpMk id="28" creationId="{C25E75A5-8EE7-0A1C-DCD8-84ACC029B5BF}"/>
          </ac:cxnSpMkLst>
        </pc:cxnChg>
        <pc:cxnChg chg="add mod">
          <ac:chgData name="rj397971@outlook.com" userId="95e0ea4353e316e6" providerId="LiveId" clId="{56C96A02-BB2D-49C2-B2B0-076CA387FD16}" dt="2026-08-26T08:08:46.546" v="744" actId="13822"/>
          <ac:cxnSpMkLst>
            <pc:docMk/>
            <pc:sldMk cId="1473619025" sldId="259"/>
            <ac:cxnSpMk id="30" creationId="{932A175B-5E3B-A5AE-E594-437BB3C073BE}"/>
          </ac:cxnSpMkLst>
        </pc:cxnChg>
        <pc:cxnChg chg="add mod">
          <ac:chgData name="rj397971@outlook.com" userId="95e0ea4353e316e6" providerId="LiveId" clId="{56C96A02-BB2D-49C2-B2B0-076CA387FD16}" dt="2026-08-26T08:09:01.549" v="746" actId="13822"/>
          <ac:cxnSpMkLst>
            <pc:docMk/>
            <pc:sldMk cId="1473619025" sldId="259"/>
            <ac:cxnSpMk id="32" creationId="{E4A4A26D-52EE-2146-3963-E6A94CC290B2}"/>
          </ac:cxnSpMkLst>
        </pc:cxnChg>
        <pc:cxnChg chg="add mod">
          <ac:chgData name="rj397971@outlook.com" userId="95e0ea4353e316e6" providerId="LiveId" clId="{56C96A02-BB2D-49C2-B2B0-076CA387FD16}" dt="2026-08-26T08:09:19.415" v="748" actId="13822"/>
          <ac:cxnSpMkLst>
            <pc:docMk/>
            <pc:sldMk cId="1473619025" sldId="259"/>
            <ac:cxnSpMk id="34" creationId="{99A3FB17-60E4-C59C-BAD0-557A3ED9CAFA}"/>
          </ac:cxnSpMkLst>
        </pc:cxnChg>
        <pc:cxnChg chg="add mod">
          <ac:chgData name="rj397971@outlook.com" userId="95e0ea4353e316e6" providerId="LiveId" clId="{56C96A02-BB2D-49C2-B2B0-076CA387FD16}" dt="2026-08-26T08:09:34.144" v="750" actId="13822"/>
          <ac:cxnSpMkLst>
            <pc:docMk/>
            <pc:sldMk cId="1473619025" sldId="259"/>
            <ac:cxnSpMk id="36" creationId="{74F0C812-41C8-33FA-57DE-193C3F5DF74F}"/>
          </ac:cxnSpMkLst>
        </pc:cxnChg>
        <pc:cxnChg chg="add mod">
          <ac:chgData name="rj397971@outlook.com" userId="95e0ea4353e316e6" providerId="LiveId" clId="{56C96A02-BB2D-49C2-B2B0-076CA387FD16}" dt="2026-08-26T08:09:54.701" v="752" actId="13822"/>
          <ac:cxnSpMkLst>
            <pc:docMk/>
            <pc:sldMk cId="1473619025" sldId="259"/>
            <ac:cxnSpMk id="38" creationId="{ED1D0549-CFF0-17C9-C16D-3F2F2B474EC6}"/>
          </ac:cxnSpMkLst>
        </pc:cxnChg>
      </pc:sldChg>
      <pc:sldChg chg="addSp delSp modSp new mod">
        <pc:chgData name="rj397971@outlook.com" userId="95e0ea4353e316e6" providerId="LiveId" clId="{56C96A02-BB2D-49C2-B2B0-076CA387FD16}" dt="2026-08-26T15:18:46.765" v="951" actId="1440"/>
        <pc:sldMkLst>
          <pc:docMk/>
          <pc:sldMk cId="400542453" sldId="260"/>
        </pc:sldMkLst>
        <pc:spChg chg="add mod">
          <ac:chgData name="rj397971@outlook.com" userId="95e0ea4353e316e6" providerId="LiveId" clId="{56C96A02-BB2D-49C2-B2B0-076CA387FD16}" dt="2026-08-26T08:13:07.226" v="760" actId="115"/>
          <ac:spMkLst>
            <pc:docMk/>
            <pc:sldMk cId="400542453" sldId="260"/>
            <ac:spMk id="3" creationId="{AF264D2A-A018-04E4-A6ED-392BF824694F}"/>
          </ac:spMkLst>
        </pc:spChg>
        <pc:spChg chg="add mod">
          <ac:chgData name="rj397971@outlook.com" userId="95e0ea4353e316e6" providerId="LiveId" clId="{56C96A02-BB2D-49C2-B2B0-076CA387FD16}" dt="2026-08-26T14:59:22.778" v="765" actId="255"/>
          <ac:spMkLst>
            <pc:docMk/>
            <pc:sldMk cId="400542453" sldId="260"/>
            <ac:spMk id="4" creationId="{89080CFB-4BDE-4A5F-9EE2-2D718981542C}"/>
          </ac:spMkLst>
        </pc:spChg>
        <pc:spChg chg="add mod">
          <ac:chgData name="rj397971@outlook.com" userId="95e0ea4353e316e6" providerId="LiveId" clId="{56C96A02-BB2D-49C2-B2B0-076CA387FD16}" dt="2026-08-26T15:01:30.843" v="785" actId="1076"/>
          <ac:spMkLst>
            <pc:docMk/>
            <pc:sldMk cId="400542453" sldId="260"/>
            <ac:spMk id="6" creationId="{1C2B67F3-0893-63C5-C84E-0C6E58B06469}"/>
          </ac:spMkLst>
        </pc:spChg>
        <pc:spChg chg="add mod">
          <ac:chgData name="rj397971@outlook.com" userId="95e0ea4353e316e6" providerId="LiveId" clId="{56C96A02-BB2D-49C2-B2B0-076CA387FD16}" dt="2026-08-26T15:01:34.523" v="786" actId="1076"/>
          <ac:spMkLst>
            <pc:docMk/>
            <pc:sldMk cId="400542453" sldId="260"/>
            <ac:spMk id="8" creationId="{A0FBA2F7-6918-A370-4405-DBDE7A4F6664}"/>
          </ac:spMkLst>
        </pc:spChg>
        <pc:spChg chg="add mod">
          <ac:chgData name="rj397971@outlook.com" userId="95e0ea4353e316e6" providerId="LiveId" clId="{56C96A02-BB2D-49C2-B2B0-076CA387FD16}" dt="2026-08-26T15:04:32.923" v="813" actId="1076"/>
          <ac:spMkLst>
            <pc:docMk/>
            <pc:sldMk cId="400542453" sldId="260"/>
            <ac:spMk id="10" creationId="{00463829-E038-E5A5-F182-50475F8F31FA}"/>
          </ac:spMkLst>
        </pc:spChg>
        <pc:spChg chg="add mod">
          <ac:chgData name="rj397971@outlook.com" userId="95e0ea4353e316e6" providerId="LiveId" clId="{56C96A02-BB2D-49C2-B2B0-076CA387FD16}" dt="2026-08-26T15:02:23.689" v="792" actId="1076"/>
          <ac:spMkLst>
            <pc:docMk/>
            <pc:sldMk cId="400542453" sldId="260"/>
            <ac:spMk id="12" creationId="{B6018B51-4A88-01C5-BF43-3E89C818B5B0}"/>
          </ac:spMkLst>
        </pc:spChg>
        <pc:spChg chg="add mod">
          <ac:chgData name="rj397971@outlook.com" userId="95e0ea4353e316e6" providerId="LiveId" clId="{56C96A02-BB2D-49C2-B2B0-076CA387FD16}" dt="2026-08-26T15:04:27.239" v="812" actId="1076"/>
          <ac:spMkLst>
            <pc:docMk/>
            <pc:sldMk cId="400542453" sldId="260"/>
            <ac:spMk id="14" creationId="{04139CC3-940F-ECD0-DAB6-56942EE3DACD}"/>
          </ac:spMkLst>
        </pc:spChg>
        <pc:spChg chg="add mod">
          <ac:chgData name="rj397971@outlook.com" userId="95e0ea4353e316e6" providerId="LiveId" clId="{56C96A02-BB2D-49C2-B2B0-076CA387FD16}" dt="2026-08-26T15:04:23.882" v="811" actId="1076"/>
          <ac:spMkLst>
            <pc:docMk/>
            <pc:sldMk cId="400542453" sldId="260"/>
            <ac:spMk id="16" creationId="{91ABB720-90AD-FB06-7B14-E13D9DED318B}"/>
          </ac:spMkLst>
        </pc:spChg>
        <pc:spChg chg="add mod">
          <ac:chgData name="rj397971@outlook.com" userId="95e0ea4353e316e6" providerId="LiveId" clId="{56C96A02-BB2D-49C2-B2B0-076CA387FD16}" dt="2026-08-26T15:04:17.379" v="810" actId="1076"/>
          <ac:spMkLst>
            <pc:docMk/>
            <pc:sldMk cId="400542453" sldId="260"/>
            <ac:spMk id="18" creationId="{ADF41D43-9AB1-663B-D49B-CA69D86D1133}"/>
          </ac:spMkLst>
        </pc:spChg>
        <pc:spChg chg="add mod">
          <ac:chgData name="rj397971@outlook.com" userId="95e0ea4353e316e6" providerId="LiveId" clId="{56C96A02-BB2D-49C2-B2B0-076CA387FD16}" dt="2026-08-26T15:09:15.946" v="855" actId="1076"/>
          <ac:spMkLst>
            <pc:docMk/>
            <pc:sldMk cId="400542453" sldId="260"/>
            <ac:spMk id="41" creationId="{996A394C-57BE-B506-3102-FEE1E5C7E18F}"/>
          </ac:spMkLst>
        </pc:spChg>
        <pc:spChg chg="add mod">
          <ac:chgData name="rj397971@outlook.com" userId="95e0ea4353e316e6" providerId="LiveId" clId="{56C96A02-BB2D-49C2-B2B0-076CA387FD16}" dt="2026-08-26T15:09:29.795" v="856" actId="1076"/>
          <ac:spMkLst>
            <pc:docMk/>
            <pc:sldMk cId="400542453" sldId="260"/>
            <ac:spMk id="42" creationId="{267C0F7D-20BC-9C71-6F1A-6AEC536CBE33}"/>
          </ac:spMkLst>
        </pc:spChg>
        <pc:spChg chg="add mod">
          <ac:chgData name="rj397971@outlook.com" userId="95e0ea4353e316e6" providerId="LiveId" clId="{56C96A02-BB2D-49C2-B2B0-076CA387FD16}" dt="2026-08-26T15:09:53.968" v="870" actId="1076"/>
          <ac:spMkLst>
            <pc:docMk/>
            <pc:sldMk cId="400542453" sldId="260"/>
            <ac:spMk id="43" creationId="{287DCD57-8AAF-3521-AF2E-9A146845F79C}"/>
          </ac:spMkLst>
        </pc:spChg>
        <pc:spChg chg="add mod">
          <ac:chgData name="rj397971@outlook.com" userId="95e0ea4353e316e6" providerId="LiveId" clId="{56C96A02-BB2D-49C2-B2B0-076CA387FD16}" dt="2026-08-26T15:10:13.573" v="880" actId="1076"/>
          <ac:spMkLst>
            <pc:docMk/>
            <pc:sldMk cId="400542453" sldId="260"/>
            <ac:spMk id="44" creationId="{2C0D4FA5-E13F-4743-EB3E-001B47A33B65}"/>
          </ac:spMkLst>
        </pc:spChg>
        <pc:spChg chg="add mod">
          <ac:chgData name="rj397971@outlook.com" userId="95e0ea4353e316e6" providerId="LiveId" clId="{56C96A02-BB2D-49C2-B2B0-076CA387FD16}" dt="2026-08-26T15:11:45.204" v="901" actId="1076"/>
          <ac:spMkLst>
            <pc:docMk/>
            <pc:sldMk cId="400542453" sldId="260"/>
            <ac:spMk id="56" creationId="{381DD453-B50B-09B0-7984-59D8ABBDF37E}"/>
          </ac:spMkLst>
        </pc:spChg>
        <pc:spChg chg="add mod">
          <ac:chgData name="rj397971@outlook.com" userId="95e0ea4353e316e6" providerId="LiveId" clId="{56C96A02-BB2D-49C2-B2B0-076CA387FD16}" dt="2026-08-26T15:12:14.354" v="911" actId="1076"/>
          <ac:spMkLst>
            <pc:docMk/>
            <pc:sldMk cId="400542453" sldId="260"/>
            <ac:spMk id="57" creationId="{8577B950-EC50-05D0-E08E-5F54795B2161}"/>
          </ac:spMkLst>
        </pc:spChg>
        <pc:picChg chg="add mod modCrop">
          <ac:chgData name="rj397971@outlook.com" userId="95e0ea4353e316e6" providerId="LiveId" clId="{56C96A02-BB2D-49C2-B2B0-076CA387FD16}" dt="2026-08-26T15:16:59.127" v="944" actId="1076"/>
          <ac:picMkLst>
            <pc:docMk/>
            <pc:sldMk cId="400542453" sldId="260"/>
            <ac:picMk id="59" creationId="{030E09A5-B38C-FB59-24E9-36979E0D32AE}"/>
          </ac:picMkLst>
        </pc:picChg>
        <pc:picChg chg="add mod modCrop">
          <ac:chgData name="rj397971@outlook.com" userId="95e0ea4353e316e6" providerId="LiveId" clId="{56C96A02-BB2D-49C2-B2B0-076CA387FD16}" dt="2026-08-26T15:18:46.765" v="951" actId="1440"/>
          <ac:picMkLst>
            <pc:docMk/>
            <pc:sldMk cId="400542453" sldId="260"/>
            <ac:picMk id="63" creationId="{B2B345EB-3E6D-B6B0-E0CE-EE8B4BA21C86}"/>
          </ac:picMkLst>
        </pc:picChg>
        <pc:cxnChg chg="add del">
          <ac:chgData name="rj397971@outlook.com" userId="95e0ea4353e316e6" providerId="LiveId" clId="{56C96A02-BB2D-49C2-B2B0-076CA387FD16}" dt="2026-08-26T15:05:02.218" v="815" actId="11529"/>
          <ac:cxnSpMkLst>
            <pc:docMk/>
            <pc:sldMk cId="400542453" sldId="260"/>
            <ac:cxnSpMk id="20" creationId="{DD44F8F7-2F30-7D77-8C10-E4C8C2860AD4}"/>
          </ac:cxnSpMkLst>
        </pc:cxnChg>
        <pc:cxnChg chg="add mod">
          <ac:chgData name="rj397971@outlook.com" userId="95e0ea4353e316e6" providerId="LiveId" clId="{56C96A02-BB2D-49C2-B2B0-076CA387FD16}" dt="2026-08-26T15:11:16.706" v="891" actId="14100"/>
          <ac:cxnSpMkLst>
            <pc:docMk/>
            <pc:sldMk cId="400542453" sldId="260"/>
            <ac:cxnSpMk id="22" creationId="{D2A366EB-F960-E9F2-B434-4E0B74E31356}"/>
          </ac:cxnSpMkLst>
        </pc:cxnChg>
        <pc:cxnChg chg="add">
          <ac:chgData name="rj397971@outlook.com" userId="95e0ea4353e316e6" providerId="LiveId" clId="{56C96A02-BB2D-49C2-B2B0-076CA387FD16}" dt="2026-08-26T15:05:29.887" v="817" actId="11529"/>
          <ac:cxnSpMkLst>
            <pc:docMk/>
            <pc:sldMk cId="400542453" sldId="260"/>
            <ac:cxnSpMk id="24" creationId="{336DEB56-2B29-5D12-9515-ABA7AD7249CE}"/>
          </ac:cxnSpMkLst>
        </pc:cxnChg>
        <pc:cxnChg chg="add mod">
          <ac:chgData name="rj397971@outlook.com" userId="95e0ea4353e316e6" providerId="LiveId" clId="{56C96A02-BB2D-49C2-B2B0-076CA387FD16}" dt="2026-08-26T15:11:02.376" v="888" actId="14100"/>
          <ac:cxnSpMkLst>
            <pc:docMk/>
            <pc:sldMk cId="400542453" sldId="260"/>
            <ac:cxnSpMk id="26" creationId="{C9EAA371-FD18-AD62-7813-CD3EEAA44205}"/>
          </ac:cxnSpMkLst>
        </pc:cxnChg>
        <pc:cxnChg chg="add">
          <ac:chgData name="rj397971@outlook.com" userId="95e0ea4353e316e6" providerId="LiveId" clId="{56C96A02-BB2D-49C2-B2B0-076CA387FD16}" dt="2026-08-26T15:06:00.947" v="819" actId="11529"/>
          <ac:cxnSpMkLst>
            <pc:docMk/>
            <pc:sldMk cId="400542453" sldId="260"/>
            <ac:cxnSpMk id="28" creationId="{6FA1AA92-BB7B-AB12-CF7A-36E5CD479013}"/>
          </ac:cxnSpMkLst>
        </pc:cxnChg>
        <pc:cxnChg chg="add del">
          <ac:chgData name="rj397971@outlook.com" userId="95e0ea4353e316e6" providerId="LiveId" clId="{56C96A02-BB2D-49C2-B2B0-076CA387FD16}" dt="2026-08-26T15:06:25.146" v="821" actId="11529"/>
          <ac:cxnSpMkLst>
            <pc:docMk/>
            <pc:sldMk cId="400542453" sldId="260"/>
            <ac:cxnSpMk id="30" creationId="{72567E40-E491-146A-92AC-45F5441C7712}"/>
          </ac:cxnSpMkLst>
        </pc:cxnChg>
        <pc:cxnChg chg="add mod">
          <ac:chgData name="rj397971@outlook.com" userId="95e0ea4353e316e6" providerId="LiveId" clId="{56C96A02-BB2D-49C2-B2B0-076CA387FD16}" dt="2026-08-26T15:16:19.242" v="938" actId="14100"/>
          <ac:cxnSpMkLst>
            <pc:docMk/>
            <pc:sldMk cId="400542453" sldId="260"/>
            <ac:cxnSpMk id="32" creationId="{F064F9C6-BD7D-59D0-31F9-0D3960221F6F}"/>
          </ac:cxnSpMkLst>
        </pc:cxnChg>
        <pc:cxnChg chg="add mod">
          <ac:chgData name="rj397971@outlook.com" userId="95e0ea4353e316e6" providerId="LiveId" clId="{56C96A02-BB2D-49C2-B2B0-076CA387FD16}" dt="2026-08-26T15:16:24.872" v="939" actId="14100"/>
          <ac:cxnSpMkLst>
            <pc:docMk/>
            <pc:sldMk cId="400542453" sldId="260"/>
            <ac:cxnSpMk id="34" creationId="{0E47143D-7650-09BE-A07C-F9F4E526F48C}"/>
          </ac:cxnSpMkLst>
        </pc:cxnChg>
        <pc:cxnChg chg="add mod">
          <ac:chgData name="rj397971@outlook.com" userId="95e0ea4353e316e6" providerId="LiveId" clId="{56C96A02-BB2D-49C2-B2B0-076CA387FD16}" dt="2026-08-26T15:07:37.480" v="828" actId="14100"/>
          <ac:cxnSpMkLst>
            <pc:docMk/>
            <pc:sldMk cId="400542453" sldId="260"/>
            <ac:cxnSpMk id="36" creationId="{3A69C44F-0D74-8E5B-95D7-AD9AB02A465E}"/>
          </ac:cxnSpMkLst>
        </pc:cxnChg>
      </pc:sldChg>
      <pc:sldChg chg="addSp delSp modSp new mod">
        <pc:chgData name="rj397971@outlook.com" userId="95e0ea4353e316e6" providerId="LiveId" clId="{56C96A02-BB2D-49C2-B2B0-076CA387FD16}" dt="2026-08-27T18:50:59.726" v="2277" actId="1076"/>
        <pc:sldMkLst>
          <pc:docMk/>
          <pc:sldMk cId="2535984887" sldId="261"/>
        </pc:sldMkLst>
        <pc:spChg chg="add mod">
          <ac:chgData name="rj397971@outlook.com" userId="95e0ea4353e316e6" providerId="LiveId" clId="{56C96A02-BB2D-49C2-B2B0-076CA387FD16}" dt="2026-08-26T15:26:01.887" v="974" actId="115"/>
          <ac:spMkLst>
            <pc:docMk/>
            <pc:sldMk cId="2535984887" sldId="261"/>
            <ac:spMk id="2" creationId="{C234FBF5-2378-0481-B80F-BE94490C2259}"/>
          </ac:spMkLst>
        </pc:spChg>
        <pc:spChg chg="add mod">
          <ac:chgData name="rj397971@outlook.com" userId="95e0ea4353e316e6" providerId="LiveId" clId="{56C96A02-BB2D-49C2-B2B0-076CA387FD16}" dt="2026-08-27T12:40:35.326" v="992" actId="14861"/>
          <ac:spMkLst>
            <pc:docMk/>
            <pc:sldMk cId="2535984887" sldId="261"/>
            <ac:spMk id="3" creationId="{203E6E30-FB3E-1112-4576-A7E60B07C9F5}"/>
          </ac:spMkLst>
        </pc:spChg>
        <pc:spChg chg="add mod">
          <ac:chgData name="rj397971@outlook.com" userId="95e0ea4353e316e6" providerId="LiveId" clId="{56C96A02-BB2D-49C2-B2B0-076CA387FD16}" dt="2026-08-27T13:04:11.027" v="1134" actId="1076"/>
          <ac:spMkLst>
            <pc:docMk/>
            <pc:sldMk cId="2535984887" sldId="261"/>
            <ac:spMk id="5" creationId="{2B47B6D6-373D-BA51-4FD4-BCF6D73B92D9}"/>
          </ac:spMkLst>
        </pc:spChg>
        <pc:spChg chg="add mod">
          <ac:chgData name="rj397971@outlook.com" userId="95e0ea4353e316e6" providerId="LiveId" clId="{56C96A02-BB2D-49C2-B2B0-076CA387FD16}" dt="2026-08-27T13:04:59.773" v="1143" actId="1076"/>
          <ac:spMkLst>
            <pc:docMk/>
            <pc:sldMk cId="2535984887" sldId="261"/>
            <ac:spMk id="7" creationId="{9CC8E5E7-F32D-720A-CB7D-48BD83080AE6}"/>
          </ac:spMkLst>
        </pc:spChg>
        <pc:spChg chg="add mod">
          <ac:chgData name="rj397971@outlook.com" userId="95e0ea4353e316e6" providerId="LiveId" clId="{56C96A02-BB2D-49C2-B2B0-076CA387FD16}" dt="2026-08-27T13:05:23.003" v="1147" actId="1076"/>
          <ac:spMkLst>
            <pc:docMk/>
            <pc:sldMk cId="2535984887" sldId="261"/>
            <ac:spMk id="9" creationId="{7BDDDA52-8339-3712-57FA-4597AA495337}"/>
          </ac:spMkLst>
        </pc:spChg>
        <pc:spChg chg="add mod">
          <ac:chgData name="rj397971@outlook.com" userId="95e0ea4353e316e6" providerId="LiveId" clId="{56C96A02-BB2D-49C2-B2B0-076CA387FD16}" dt="2026-08-27T12:50:16.989" v="1028" actId="14861"/>
          <ac:spMkLst>
            <pc:docMk/>
            <pc:sldMk cId="2535984887" sldId="261"/>
            <ac:spMk id="10" creationId="{8A251FD3-938E-F2B1-BD6C-5F29E03B0017}"/>
          </ac:spMkLst>
        </pc:spChg>
        <pc:spChg chg="add mod">
          <ac:chgData name="rj397971@outlook.com" userId="95e0ea4353e316e6" providerId="LiveId" clId="{56C96A02-BB2D-49C2-B2B0-076CA387FD16}" dt="2026-08-27T12:50:54.829" v="1033" actId="14100"/>
          <ac:spMkLst>
            <pc:docMk/>
            <pc:sldMk cId="2535984887" sldId="261"/>
            <ac:spMk id="12" creationId="{15C82195-E347-EE2D-01C5-1DAA0DEEC2FE}"/>
          </ac:spMkLst>
        </pc:spChg>
        <pc:spChg chg="add mod">
          <ac:chgData name="rj397971@outlook.com" userId="95e0ea4353e316e6" providerId="LiveId" clId="{56C96A02-BB2D-49C2-B2B0-076CA387FD16}" dt="2026-08-27T13:12:10.047" v="1230" actId="1076"/>
          <ac:spMkLst>
            <pc:docMk/>
            <pc:sldMk cId="2535984887" sldId="261"/>
            <ac:spMk id="14" creationId="{32E1DB33-213D-EB94-33BF-3248CA96AC82}"/>
          </ac:spMkLst>
        </pc:spChg>
        <pc:spChg chg="add del mod">
          <ac:chgData name="rj397971@outlook.com" userId="95e0ea4353e316e6" providerId="LiveId" clId="{56C96A02-BB2D-49C2-B2B0-076CA387FD16}" dt="2026-08-27T12:52:00.440" v="1043" actId="21"/>
          <ac:spMkLst>
            <pc:docMk/>
            <pc:sldMk cId="2535984887" sldId="261"/>
            <ac:spMk id="15" creationId="{D0656002-E6C1-B66C-6CC2-B28BE9AA305C}"/>
          </ac:spMkLst>
        </pc:spChg>
        <pc:spChg chg="add mod">
          <ac:chgData name="rj397971@outlook.com" userId="95e0ea4353e316e6" providerId="LiveId" clId="{56C96A02-BB2D-49C2-B2B0-076CA387FD16}" dt="2026-08-27T12:53:55.853" v="1067" actId="14861"/>
          <ac:spMkLst>
            <pc:docMk/>
            <pc:sldMk cId="2535984887" sldId="261"/>
            <ac:spMk id="16" creationId="{235649C7-7B58-0EDB-D17D-7BDEE81FF2A7}"/>
          </ac:spMkLst>
        </pc:spChg>
        <pc:spChg chg="add mod">
          <ac:chgData name="rj397971@outlook.com" userId="95e0ea4353e316e6" providerId="LiveId" clId="{56C96A02-BB2D-49C2-B2B0-076CA387FD16}" dt="2026-08-27T12:55:08.582" v="1076" actId="1076"/>
          <ac:spMkLst>
            <pc:docMk/>
            <pc:sldMk cId="2535984887" sldId="261"/>
            <ac:spMk id="18" creationId="{81F9D474-FB19-06B2-D052-A4C765EDD9C1}"/>
          </ac:spMkLst>
        </pc:spChg>
        <pc:spChg chg="add mod">
          <ac:chgData name="rj397971@outlook.com" userId="95e0ea4353e316e6" providerId="LiveId" clId="{56C96A02-BB2D-49C2-B2B0-076CA387FD16}" dt="2026-08-27T12:55:30.227" v="1081" actId="1076"/>
          <ac:spMkLst>
            <pc:docMk/>
            <pc:sldMk cId="2535984887" sldId="261"/>
            <ac:spMk id="20" creationId="{AC340B2A-17A3-B9BB-0B6F-1470327D299E}"/>
          </ac:spMkLst>
        </pc:spChg>
        <pc:spChg chg="add mod">
          <ac:chgData name="rj397971@outlook.com" userId="95e0ea4353e316e6" providerId="LiveId" clId="{56C96A02-BB2D-49C2-B2B0-076CA387FD16}" dt="2026-08-27T12:57:13.295" v="1103" actId="207"/>
          <ac:spMkLst>
            <pc:docMk/>
            <pc:sldMk cId="2535984887" sldId="261"/>
            <ac:spMk id="21" creationId="{8A1D23D7-17B7-B33E-31A7-88A0A4D863A7}"/>
          </ac:spMkLst>
        </pc:spChg>
        <pc:spChg chg="add mod">
          <ac:chgData name="rj397971@outlook.com" userId="95e0ea4353e316e6" providerId="LiveId" clId="{56C96A02-BB2D-49C2-B2B0-076CA387FD16}" dt="2026-08-27T12:57:52.570" v="1108" actId="1076"/>
          <ac:spMkLst>
            <pc:docMk/>
            <pc:sldMk cId="2535984887" sldId="261"/>
            <ac:spMk id="23" creationId="{814B5F2E-8670-5936-F841-97B012E51562}"/>
          </ac:spMkLst>
        </pc:spChg>
        <pc:spChg chg="add mod">
          <ac:chgData name="rj397971@outlook.com" userId="95e0ea4353e316e6" providerId="LiveId" clId="{56C96A02-BB2D-49C2-B2B0-076CA387FD16}" dt="2026-08-27T12:59:18.994" v="1121" actId="1076"/>
          <ac:spMkLst>
            <pc:docMk/>
            <pc:sldMk cId="2535984887" sldId="261"/>
            <ac:spMk id="25" creationId="{0A18EE01-74AB-7CF0-0269-F14200E75829}"/>
          </ac:spMkLst>
        </pc:spChg>
        <pc:spChg chg="add del mod">
          <ac:chgData name="rj397971@outlook.com" userId="95e0ea4353e316e6" providerId="LiveId" clId="{56C96A02-BB2D-49C2-B2B0-076CA387FD16}" dt="2026-08-27T12:58:44.561" v="1116" actId="22"/>
          <ac:spMkLst>
            <pc:docMk/>
            <pc:sldMk cId="2535984887" sldId="261"/>
            <ac:spMk id="27" creationId="{01E5575B-38ED-8039-EFCB-557CD5CC5095}"/>
          </ac:spMkLst>
        </pc:spChg>
        <pc:spChg chg="add mod">
          <ac:chgData name="rj397971@outlook.com" userId="95e0ea4353e316e6" providerId="LiveId" clId="{56C96A02-BB2D-49C2-B2B0-076CA387FD16}" dt="2026-08-27T12:59:25.391" v="1122" actId="1076"/>
          <ac:spMkLst>
            <pc:docMk/>
            <pc:sldMk cId="2535984887" sldId="261"/>
            <ac:spMk id="29" creationId="{820C8806-3B2B-ED38-EB71-E9865CFA9370}"/>
          </ac:spMkLst>
        </pc:spChg>
        <pc:spChg chg="add del mod">
          <ac:chgData name="rj397971@outlook.com" userId="95e0ea4353e316e6" providerId="LiveId" clId="{56C96A02-BB2D-49C2-B2B0-076CA387FD16}" dt="2026-08-27T13:17:29.653" v="1261" actId="21"/>
          <ac:spMkLst>
            <pc:docMk/>
            <pc:sldMk cId="2535984887" sldId="261"/>
            <ac:spMk id="53" creationId="{E7FC443B-30E0-60F8-5870-7D532287965F}"/>
          </ac:spMkLst>
        </pc:spChg>
        <pc:picChg chg="add mod modCrop">
          <ac:chgData name="rj397971@outlook.com" userId="95e0ea4353e316e6" providerId="LiveId" clId="{56C96A02-BB2D-49C2-B2B0-076CA387FD16}" dt="2026-08-27T13:04:14.881" v="1135" actId="14100"/>
          <ac:picMkLst>
            <pc:docMk/>
            <pc:sldMk cId="2535984887" sldId="261"/>
            <ac:picMk id="31" creationId="{6A61BF67-0707-3B2D-108F-5471C36BD350}"/>
          </ac:picMkLst>
        </pc:picChg>
        <pc:picChg chg="add mod modCrop">
          <ac:chgData name="rj397971@outlook.com" userId="95e0ea4353e316e6" providerId="LiveId" clId="{56C96A02-BB2D-49C2-B2B0-076CA387FD16}" dt="2026-08-27T13:05:12.062" v="1146" actId="1076"/>
          <ac:picMkLst>
            <pc:docMk/>
            <pc:sldMk cId="2535984887" sldId="261"/>
            <ac:picMk id="33" creationId="{4D861365-700F-F542-295E-C20598D33E91}"/>
          </ac:picMkLst>
        </pc:picChg>
        <pc:picChg chg="add mod modCrop">
          <ac:chgData name="rj397971@outlook.com" userId="95e0ea4353e316e6" providerId="LiveId" clId="{56C96A02-BB2D-49C2-B2B0-076CA387FD16}" dt="2026-08-27T13:06:09.606" v="1158" actId="1076"/>
          <ac:picMkLst>
            <pc:docMk/>
            <pc:sldMk cId="2535984887" sldId="261"/>
            <ac:picMk id="35" creationId="{27897D44-A517-CD88-6A3F-E78D35DA11F8}"/>
          </ac:picMkLst>
        </pc:picChg>
        <pc:picChg chg="add mod modCrop">
          <ac:chgData name="rj397971@outlook.com" userId="95e0ea4353e316e6" providerId="LiveId" clId="{56C96A02-BB2D-49C2-B2B0-076CA387FD16}" dt="2026-08-27T13:06:54.426" v="1164" actId="1076"/>
          <ac:picMkLst>
            <pc:docMk/>
            <pc:sldMk cId="2535984887" sldId="261"/>
            <ac:picMk id="37" creationId="{A22CA353-C945-6AF4-6756-A7FA442F3901}"/>
          </ac:picMkLst>
        </pc:picChg>
        <pc:picChg chg="add mod modCrop">
          <ac:chgData name="rj397971@outlook.com" userId="95e0ea4353e316e6" providerId="LiveId" clId="{56C96A02-BB2D-49C2-B2B0-076CA387FD16}" dt="2026-08-27T13:12:05.443" v="1229" actId="1076"/>
          <ac:picMkLst>
            <pc:docMk/>
            <pc:sldMk cId="2535984887" sldId="261"/>
            <ac:picMk id="39" creationId="{B37C4238-5A10-9E0E-09E0-F19A6756FCCD}"/>
          </ac:picMkLst>
        </pc:picChg>
        <pc:picChg chg="add mod modCrop">
          <ac:chgData name="rj397971@outlook.com" userId="95e0ea4353e316e6" providerId="LiveId" clId="{56C96A02-BB2D-49C2-B2B0-076CA387FD16}" dt="2026-08-27T13:08:47.969" v="1190" actId="14100"/>
          <ac:picMkLst>
            <pc:docMk/>
            <pc:sldMk cId="2535984887" sldId="261"/>
            <ac:picMk id="41" creationId="{A40AF080-4557-369D-1A7D-A1451BBDC492}"/>
          </ac:picMkLst>
        </pc:picChg>
        <pc:picChg chg="add mod modCrop">
          <ac:chgData name="rj397971@outlook.com" userId="95e0ea4353e316e6" providerId="LiveId" clId="{56C96A02-BB2D-49C2-B2B0-076CA387FD16}" dt="2026-08-27T13:09:34.125" v="1200" actId="14100"/>
          <ac:picMkLst>
            <pc:docMk/>
            <pc:sldMk cId="2535984887" sldId="261"/>
            <ac:picMk id="43" creationId="{482AF4DF-5A0D-7155-1B5E-F0004A9BDFE8}"/>
          </ac:picMkLst>
        </pc:picChg>
        <pc:picChg chg="add mod modCrop">
          <ac:chgData name="rj397971@outlook.com" userId="95e0ea4353e316e6" providerId="LiveId" clId="{56C96A02-BB2D-49C2-B2B0-076CA387FD16}" dt="2026-08-27T13:10:23.059" v="1208" actId="14100"/>
          <ac:picMkLst>
            <pc:docMk/>
            <pc:sldMk cId="2535984887" sldId="261"/>
            <ac:picMk id="45" creationId="{367BA2DA-87C3-BA77-9238-F307CC52A717}"/>
          </ac:picMkLst>
        </pc:picChg>
        <pc:picChg chg="add mod modCrop">
          <ac:chgData name="rj397971@outlook.com" userId="95e0ea4353e316e6" providerId="LiveId" clId="{56C96A02-BB2D-49C2-B2B0-076CA387FD16}" dt="2026-08-27T13:11:03.656" v="1216" actId="14100"/>
          <ac:picMkLst>
            <pc:docMk/>
            <pc:sldMk cId="2535984887" sldId="261"/>
            <ac:picMk id="47" creationId="{298D4D3A-5D4C-B867-4BFD-5E4F0DC2BD99}"/>
          </ac:picMkLst>
        </pc:picChg>
        <pc:picChg chg="add mod modCrop">
          <ac:chgData name="rj397971@outlook.com" userId="95e0ea4353e316e6" providerId="LiveId" clId="{56C96A02-BB2D-49C2-B2B0-076CA387FD16}" dt="2026-08-27T13:11:51.840" v="1227" actId="1076"/>
          <ac:picMkLst>
            <pc:docMk/>
            <pc:sldMk cId="2535984887" sldId="261"/>
            <ac:picMk id="49" creationId="{A19E9353-874B-AF01-90F6-3E5B96D5BCF6}"/>
          </ac:picMkLst>
        </pc:picChg>
        <pc:picChg chg="add del mod modCrop">
          <ac:chgData name="rj397971@outlook.com" userId="95e0ea4353e316e6" providerId="LiveId" clId="{56C96A02-BB2D-49C2-B2B0-076CA387FD16}" dt="2026-08-27T13:28:10.603" v="1291" actId="21"/>
          <ac:picMkLst>
            <pc:docMk/>
            <pc:sldMk cId="2535984887" sldId="261"/>
            <ac:picMk id="56" creationId="{2788AFFF-91C5-3DE3-DCB9-3BFC610F67B5}"/>
          </ac:picMkLst>
        </pc:picChg>
        <pc:picChg chg="add del mod modCrop">
          <ac:chgData name="rj397971@outlook.com" userId="95e0ea4353e316e6" providerId="LiveId" clId="{56C96A02-BB2D-49C2-B2B0-076CA387FD16}" dt="2026-08-27T18:48:08.508" v="2231" actId="21"/>
          <ac:picMkLst>
            <pc:docMk/>
            <pc:sldMk cId="2535984887" sldId="261"/>
            <ac:picMk id="59" creationId="{5FB950C0-6FCB-D9DE-7515-46C3ECC9F4BF}"/>
          </ac:picMkLst>
        </pc:picChg>
        <pc:picChg chg="add del mod">
          <ac:chgData name="rj397971@outlook.com" userId="95e0ea4353e316e6" providerId="LiveId" clId="{56C96A02-BB2D-49C2-B2B0-076CA387FD16}" dt="2026-08-27T18:50:48.052" v="2273" actId="21"/>
          <ac:picMkLst>
            <pc:docMk/>
            <pc:sldMk cId="2535984887" sldId="261"/>
            <ac:picMk id="61" creationId="{6F71239C-205C-A3B5-5D13-94CE145BB259}"/>
          </ac:picMkLst>
        </pc:picChg>
        <pc:picChg chg="add del mod">
          <ac:chgData name="rj397971@outlook.com" userId="95e0ea4353e316e6" providerId="LiveId" clId="{56C96A02-BB2D-49C2-B2B0-076CA387FD16}" dt="2026-08-27T18:49:41.477" v="2256" actId="21"/>
          <ac:picMkLst>
            <pc:docMk/>
            <pc:sldMk cId="2535984887" sldId="261"/>
            <ac:picMk id="63" creationId="{8615528C-84F0-2AEE-367B-0FC5D93DD395}"/>
          </ac:picMkLst>
        </pc:picChg>
        <pc:picChg chg="add del mod">
          <ac:chgData name="rj397971@outlook.com" userId="95e0ea4353e316e6" providerId="LiveId" clId="{56C96A02-BB2D-49C2-B2B0-076CA387FD16}" dt="2026-08-27T18:49:39.909" v="2255" actId="21"/>
          <ac:picMkLst>
            <pc:docMk/>
            <pc:sldMk cId="2535984887" sldId="261"/>
            <ac:picMk id="65" creationId="{14AC359C-A887-D85D-9B0B-1970C794AC8B}"/>
          </ac:picMkLst>
        </pc:picChg>
        <pc:picChg chg="add del mod">
          <ac:chgData name="rj397971@outlook.com" userId="95e0ea4353e316e6" providerId="LiveId" clId="{56C96A02-BB2D-49C2-B2B0-076CA387FD16}" dt="2026-08-27T18:49:37.922" v="2254" actId="21"/>
          <ac:picMkLst>
            <pc:docMk/>
            <pc:sldMk cId="2535984887" sldId="261"/>
            <ac:picMk id="67" creationId="{D6A9F13D-6F56-FFE5-A2D4-F3859BEF0296}"/>
          </ac:picMkLst>
        </pc:picChg>
        <pc:picChg chg="add del mod">
          <ac:chgData name="rj397971@outlook.com" userId="95e0ea4353e316e6" providerId="LiveId" clId="{56C96A02-BB2D-49C2-B2B0-076CA387FD16}" dt="2026-08-27T18:49:34.264" v="2253" actId="931"/>
          <ac:picMkLst>
            <pc:docMk/>
            <pc:sldMk cId="2535984887" sldId="261"/>
            <ac:picMk id="69" creationId="{EFBD286A-88E0-E0DE-3535-76F8E96E7F07}"/>
          </ac:picMkLst>
        </pc:picChg>
        <pc:picChg chg="add del mod">
          <ac:chgData name="rj397971@outlook.com" userId="95e0ea4353e316e6" providerId="LiveId" clId="{56C96A02-BB2D-49C2-B2B0-076CA387FD16}" dt="2026-08-27T18:49:33.965" v="2252" actId="931"/>
          <ac:picMkLst>
            <pc:docMk/>
            <pc:sldMk cId="2535984887" sldId="261"/>
            <ac:picMk id="71" creationId="{448571D1-C814-C03F-007A-B7397D1B48A9}"/>
          </ac:picMkLst>
        </pc:picChg>
        <pc:picChg chg="add del mod">
          <ac:chgData name="rj397971@outlook.com" userId="95e0ea4353e316e6" providerId="LiveId" clId="{56C96A02-BB2D-49C2-B2B0-076CA387FD16}" dt="2026-08-27T18:49:33.509" v="2251" actId="931"/>
          <ac:picMkLst>
            <pc:docMk/>
            <pc:sldMk cId="2535984887" sldId="261"/>
            <ac:picMk id="73" creationId="{E6C48FC7-4509-41DA-A4BC-0F7715287E3B}"/>
          </ac:picMkLst>
        </pc:picChg>
        <pc:picChg chg="add del mod">
          <ac:chgData name="rj397971@outlook.com" userId="95e0ea4353e316e6" providerId="LiveId" clId="{56C96A02-BB2D-49C2-B2B0-076CA387FD16}" dt="2026-08-27T18:49:32.711" v="2250" actId="931"/>
          <ac:picMkLst>
            <pc:docMk/>
            <pc:sldMk cId="2535984887" sldId="261"/>
            <ac:picMk id="75" creationId="{8094CEDF-88E6-9CC9-3990-1CC1BF330FA2}"/>
          </ac:picMkLst>
        </pc:picChg>
        <pc:picChg chg="add del mod">
          <ac:chgData name="rj397971@outlook.com" userId="95e0ea4353e316e6" providerId="LiveId" clId="{56C96A02-BB2D-49C2-B2B0-076CA387FD16}" dt="2026-08-27T18:49:32.564" v="2249" actId="931"/>
          <ac:picMkLst>
            <pc:docMk/>
            <pc:sldMk cId="2535984887" sldId="261"/>
            <ac:picMk id="77" creationId="{F0CDF3CE-798A-A292-D432-A0788DA7EE25}"/>
          </ac:picMkLst>
        </pc:picChg>
        <pc:picChg chg="add del mod">
          <ac:chgData name="rj397971@outlook.com" userId="95e0ea4353e316e6" providerId="LiveId" clId="{56C96A02-BB2D-49C2-B2B0-076CA387FD16}" dt="2026-08-27T18:49:31.846" v="2248" actId="931"/>
          <ac:picMkLst>
            <pc:docMk/>
            <pc:sldMk cId="2535984887" sldId="261"/>
            <ac:picMk id="79" creationId="{41AA7F32-3685-1048-FEB9-1A94E7A37B12}"/>
          </ac:picMkLst>
        </pc:picChg>
        <pc:picChg chg="add mod modCrop">
          <ac:chgData name="rj397971@outlook.com" userId="95e0ea4353e316e6" providerId="LiveId" clId="{56C96A02-BB2D-49C2-B2B0-076CA387FD16}" dt="2026-08-27T18:50:59.726" v="2277" actId="1076"/>
          <ac:picMkLst>
            <pc:docMk/>
            <pc:sldMk cId="2535984887" sldId="261"/>
            <ac:picMk id="81" creationId="{E9B975B2-CCED-F792-6402-05808F3F745B}"/>
          </ac:picMkLst>
        </pc:picChg>
        <pc:cxnChg chg="add mod">
          <ac:chgData name="rj397971@outlook.com" userId="95e0ea4353e316e6" providerId="LiveId" clId="{56C96A02-BB2D-49C2-B2B0-076CA387FD16}" dt="2026-08-27T13:27:57.563" v="1287" actId="14100"/>
          <ac:cxnSpMkLst>
            <pc:docMk/>
            <pc:sldMk cId="2535984887" sldId="261"/>
            <ac:cxnSpMk id="51" creationId="{376D3073-CAB8-18FB-981D-F03A327E076E}"/>
          </ac:cxnSpMkLst>
        </pc:cxnChg>
      </pc:sldChg>
      <pc:sldChg chg="addSp delSp modSp new mod">
        <pc:chgData name="rj397971@outlook.com" userId="95e0ea4353e316e6" providerId="LiveId" clId="{56C96A02-BB2D-49C2-B2B0-076CA387FD16}" dt="2026-08-27T16:34:49.007" v="1436" actId="1440"/>
        <pc:sldMkLst>
          <pc:docMk/>
          <pc:sldMk cId="162682132" sldId="262"/>
        </pc:sldMkLst>
        <pc:spChg chg="add mod">
          <ac:chgData name="rj397971@outlook.com" userId="95e0ea4353e316e6" providerId="LiveId" clId="{56C96A02-BB2D-49C2-B2B0-076CA387FD16}" dt="2026-08-27T14:51:37.898" v="1304" actId="20577"/>
          <ac:spMkLst>
            <pc:docMk/>
            <pc:sldMk cId="162682132" sldId="262"/>
            <ac:spMk id="3" creationId="{171D7C95-FB58-030E-7B46-F08292BF43A3}"/>
          </ac:spMkLst>
        </pc:spChg>
        <pc:spChg chg="add mod">
          <ac:chgData name="rj397971@outlook.com" userId="95e0ea4353e316e6" providerId="LiveId" clId="{56C96A02-BB2D-49C2-B2B0-076CA387FD16}" dt="2026-08-27T15:28:41.430" v="1348" actId="1076"/>
          <ac:spMkLst>
            <pc:docMk/>
            <pc:sldMk cId="162682132" sldId="262"/>
            <ac:spMk id="5" creationId="{7B0036DE-6834-6BD3-0390-1418C7B05EA8}"/>
          </ac:spMkLst>
        </pc:spChg>
        <pc:spChg chg="add mod">
          <ac:chgData name="rj397971@outlook.com" userId="95e0ea4353e316e6" providerId="LiveId" clId="{56C96A02-BB2D-49C2-B2B0-076CA387FD16}" dt="2026-08-27T15:25:37.597" v="1316" actId="33987"/>
          <ac:spMkLst>
            <pc:docMk/>
            <pc:sldMk cId="162682132" sldId="262"/>
            <ac:spMk id="6" creationId="{6AD3CDEE-BA43-2189-E8CF-D2A5D2CDA563}"/>
          </ac:spMkLst>
        </pc:spChg>
        <pc:spChg chg="add del mod">
          <ac:chgData name="rj397971@outlook.com" userId="95e0ea4353e316e6" providerId="LiveId" clId="{56C96A02-BB2D-49C2-B2B0-076CA387FD16}" dt="2026-08-27T15:27:05.644" v="1343"/>
          <ac:spMkLst>
            <pc:docMk/>
            <pc:sldMk cId="162682132" sldId="262"/>
            <ac:spMk id="7" creationId="{B7FDBF70-1A63-AF3B-0F3E-16F4AFBA12E7}"/>
          </ac:spMkLst>
        </pc:spChg>
        <pc:spChg chg="add del mod">
          <ac:chgData name="rj397971@outlook.com" userId="95e0ea4353e316e6" providerId="LiveId" clId="{56C96A02-BB2D-49C2-B2B0-076CA387FD16}" dt="2026-08-27T15:26:18.595" v="1323"/>
          <ac:spMkLst>
            <pc:docMk/>
            <pc:sldMk cId="162682132" sldId="262"/>
            <ac:spMk id="8" creationId="{1C4A1491-FAE3-7DFD-42C1-1264EE72A98D}"/>
          </ac:spMkLst>
        </pc:spChg>
        <pc:spChg chg="add del mod">
          <ac:chgData name="rj397971@outlook.com" userId="95e0ea4353e316e6" providerId="LiveId" clId="{56C96A02-BB2D-49C2-B2B0-076CA387FD16}" dt="2026-08-27T15:27:05.636" v="1341" actId="21"/>
          <ac:spMkLst>
            <pc:docMk/>
            <pc:sldMk cId="162682132" sldId="262"/>
            <ac:spMk id="10" creationId="{6AC70B27-8199-A553-BAE3-941B77867994}"/>
          </ac:spMkLst>
        </pc:spChg>
        <pc:spChg chg="add mod">
          <ac:chgData name="rj397971@outlook.com" userId="95e0ea4353e316e6" providerId="LiveId" clId="{56C96A02-BB2D-49C2-B2B0-076CA387FD16}" dt="2026-08-27T15:30:41.499" v="1357" actId="1076"/>
          <ac:spMkLst>
            <pc:docMk/>
            <pc:sldMk cId="162682132" sldId="262"/>
            <ac:spMk id="12" creationId="{E9250D43-574D-21BD-D030-7FC775DE253D}"/>
          </ac:spMkLst>
        </pc:spChg>
        <pc:spChg chg="add mod">
          <ac:chgData name="rj397971@outlook.com" userId="95e0ea4353e316e6" providerId="LiveId" clId="{56C96A02-BB2D-49C2-B2B0-076CA387FD16}" dt="2026-08-27T16:29:25.619" v="1400" actId="14100"/>
          <ac:spMkLst>
            <pc:docMk/>
            <pc:sldMk cId="162682132" sldId="262"/>
            <ac:spMk id="13" creationId="{D22470C8-6FAB-7E17-D137-82387A962E05}"/>
          </ac:spMkLst>
        </pc:spChg>
        <pc:spChg chg="add mod">
          <ac:chgData name="rj397971@outlook.com" userId="95e0ea4353e316e6" providerId="LiveId" clId="{56C96A02-BB2D-49C2-B2B0-076CA387FD16}" dt="2026-08-27T15:36:44.466" v="1380" actId="1076"/>
          <ac:spMkLst>
            <pc:docMk/>
            <pc:sldMk cId="162682132" sldId="262"/>
            <ac:spMk id="16" creationId="{6C392C7B-D017-BEF5-6CFD-05F0A0790B4F}"/>
          </ac:spMkLst>
        </pc:spChg>
        <pc:spChg chg="add mod">
          <ac:chgData name="rj397971@outlook.com" userId="95e0ea4353e316e6" providerId="LiveId" clId="{56C96A02-BB2D-49C2-B2B0-076CA387FD16}" dt="2026-08-27T16:29:12.459" v="1398" actId="14100"/>
          <ac:spMkLst>
            <pc:docMk/>
            <pc:sldMk cId="162682132" sldId="262"/>
            <ac:spMk id="17" creationId="{55E06CE6-E33A-9D00-7023-7F1B8397BA36}"/>
          </ac:spMkLst>
        </pc:spChg>
        <pc:picChg chg="add mod modCrop">
          <ac:chgData name="rj397971@outlook.com" userId="95e0ea4353e316e6" providerId="LiveId" clId="{56C96A02-BB2D-49C2-B2B0-076CA387FD16}" dt="2026-08-27T16:34:28.805" v="1430" actId="1076"/>
          <ac:picMkLst>
            <pc:docMk/>
            <pc:sldMk cId="162682132" sldId="262"/>
            <ac:picMk id="19" creationId="{27049332-1AFB-CA10-A607-2FC62C256C99}"/>
          </ac:picMkLst>
        </pc:picChg>
        <pc:picChg chg="add mod">
          <ac:chgData name="rj397971@outlook.com" userId="95e0ea4353e316e6" providerId="LiveId" clId="{56C96A02-BB2D-49C2-B2B0-076CA387FD16}" dt="2026-08-27T16:34:30.665" v="1431" actId="1076"/>
          <ac:picMkLst>
            <pc:docMk/>
            <pc:sldMk cId="162682132" sldId="262"/>
            <ac:picMk id="21" creationId="{0F14EE17-1A2C-206F-1112-6BF25CFA8092}"/>
          </ac:picMkLst>
        </pc:picChg>
        <pc:picChg chg="add mod">
          <ac:chgData name="rj397971@outlook.com" userId="95e0ea4353e316e6" providerId="LiveId" clId="{56C96A02-BB2D-49C2-B2B0-076CA387FD16}" dt="2026-08-27T16:34:49.007" v="1436" actId="1440"/>
          <ac:picMkLst>
            <pc:docMk/>
            <pc:sldMk cId="162682132" sldId="262"/>
            <ac:picMk id="23" creationId="{EF937DD4-7108-19DF-15F6-1C6D372EC15C}"/>
          </ac:picMkLst>
        </pc:picChg>
        <pc:cxnChg chg="add mod">
          <ac:chgData name="rj397971@outlook.com" userId="95e0ea4353e316e6" providerId="LiveId" clId="{56C96A02-BB2D-49C2-B2B0-076CA387FD16}" dt="2026-08-27T15:32:38.716" v="1367" actId="13822"/>
          <ac:cxnSpMkLst>
            <pc:docMk/>
            <pc:sldMk cId="162682132" sldId="262"/>
            <ac:cxnSpMk id="15" creationId="{DDA1A1B1-951F-140D-732A-B26069B71C94}"/>
          </ac:cxnSpMkLst>
        </pc:cxnChg>
      </pc:sldChg>
      <pc:sldChg chg="addSp delSp modSp new mod">
        <pc:chgData name="rj397971@outlook.com" userId="95e0ea4353e316e6" providerId="LiveId" clId="{56C96A02-BB2D-49C2-B2B0-076CA387FD16}" dt="2026-08-27T18:11:25.572" v="2125" actId="1440"/>
        <pc:sldMkLst>
          <pc:docMk/>
          <pc:sldMk cId="1552858551" sldId="263"/>
        </pc:sldMkLst>
        <pc:spChg chg="add mod">
          <ac:chgData name="rj397971@outlook.com" userId="95e0ea4353e316e6" providerId="LiveId" clId="{56C96A02-BB2D-49C2-B2B0-076CA387FD16}" dt="2026-08-27T17:13:37.412" v="1443" actId="1076"/>
          <ac:spMkLst>
            <pc:docMk/>
            <pc:sldMk cId="1552858551" sldId="263"/>
            <ac:spMk id="3" creationId="{7DDF330F-DD43-D5DC-EC1A-D34DE4E6BC3D}"/>
          </ac:spMkLst>
        </pc:spChg>
        <pc:spChg chg="add del mod">
          <ac:chgData name="rj397971@outlook.com" userId="95e0ea4353e316e6" providerId="LiveId" clId="{56C96A02-BB2D-49C2-B2B0-076CA387FD16}" dt="2026-08-27T17:24:15.653" v="1471" actId="22"/>
          <ac:spMkLst>
            <pc:docMk/>
            <pc:sldMk cId="1552858551" sldId="263"/>
            <ac:spMk id="7" creationId="{63212450-F13D-779E-21E6-7C56999F2E9D}"/>
          </ac:spMkLst>
        </pc:spChg>
        <pc:spChg chg="add mod">
          <ac:chgData name="rj397971@outlook.com" userId="95e0ea4353e316e6" providerId="LiveId" clId="{56C96A02-BB2D-49C2-B2B0-076CA387FD16}" dt="2026-08-27T17:27:47.472" v="1497" actId="14100"/>
          <ac:spMkLst>
            <pc:docMk/>
            <pc:sldMk cId="1552858551" sldId="263"/>
            <ac:spMk id="8" creationId="{2BD9FB74-125B-7C32-F298-E268DFE325A2}"/>
          </ac:spMkLst>
        </pc:spChg>
        <pc:spChg chg="add mod">
          <ac:chgData name="rj397971@outlook.com" userId="95e0ea4353e316e6" providerId="LiveId" clId="{56C96A02-BB2D-49C2-B2B0-076CA387FD16}" dt="2026-08-27T17:32:04.547" v="1519" actId="255"/>
          <ac:spMkLst>
            <pc:docMk/>
            <pc:sldMk cId="1552858551" sldId="263"/>
            <ac:spMk id="10" creationId="{C060DA1A-84DA-EC91-3006-2E4D34824B3E}"/>
          </ac:spMkLst>
        </pc:spChg>
        <pc:spChg chg="add del mod">
          <ac:chgData name="rj397971@outlook.com" userId="95e0ea4353e316e6" providerId="LiveId" clId="{56C96A02-BB2D-49C2-B2B0-076CA387FD16}" dt="2026-08-27T17:31:24.950" v="1515" actId="21"/>
          <ac:spMkLst>
            <pc:docMk/>
            <pc:sldMk cId="1552858551" sldId="263"/>
            <ac:spMk id="11" creationId="{6A7E91CD-FDD7-0B7D-89CE-00FEC584EBB8}"/>
          </ac:spMkLst>
        </pc:spChg>
        <pc:spChg chg="add del">
          <ac:chgData name="rj397971@outlook.com" userId="95e0ea4353e316e6" providerId="LiveId" clId="{56C96A02-BB2D-49C2-B2B0-076CA387FD16}" dt="2026-08-27T17:31:44.382" v="1517" actId="21"/>
          <ac:spMkLst>
            <pc:docMk/>
            <pc:sldMk cId="1552858551" sldId="263"/>
            <ac:spMk id="13" creationId="{BABD82D3-F114-150C-9DA6-F66CB17F0FA0}"/>
          </ac:spMkLst>
        </pc:spChg>
        <pc:spChg chg="add mod">
          <ac:chgData name="rj397971@outlook.com" userId="95e0ea4353e316e6" providerId="LiveId" clId="{56C96A02-BB2D-49C2-B2B0-076CA387FD16}" dt="2026-08-27T17:36:48.809" v="1550" actId="14100"/>
          <ac:spMkLst>
            <pc:docMk/>
            <pc:sldMk cId="1552858551" sldId="263"/>
            <ac:spMk id="14" creationId="{D3EE718B-4AB2-DD07-984B-CA27C8548411}"/>
          </ac:spMkLst>
        </pc:spChg>
        <pc:spChg chg="add mod">
          <ac:chgData name="rj397971@outlook.com" userId="95e0ea4353e316e6" providerId="LiveId" clId="{56C96A02-BB2D-49C2-B2B0-076CA387FD16}" dt="2026-08-27T17:37:53.163" v="1558" actId="255"/>
          <ac:spMkLst>
            <pc:docMk/>
            <pc:sldMk cId="1552858551" sldId="263"/>
            <ac:spMk id="16" creationId="{2B9FEA57-2DBD-76DD-7B87-846C8D9F6CBE}"/>
          </ac:spMkLst>
        </pc:spChg>
        <pc:picChg chg="add mod modCrop">
          <ac:chgData name="rj397971@outlook.com" userId="95e0ea4353e316e6" providerId="LiveId" clId="{56C96A02-BB2D-49C2-B2B0-076CA387FD16}" dt="2026-08-27T18:11:25.572" v="2125" actId="1440"/>
          <ac:picMkLst>
            <pc:docMk/>
            <pc:sldMk cId="1552858551" sldId="263"/>
            <ac:picMk id="5" creationId="{CB5EA875-609A-1C61-81C7-65BF71EB321B}"/>
          </ac:picMkLst>
        </pc:picChg>
      </pc:sldChg>
      <pc:sldChg chg="addSp delSp modSp new mod">
        <pc:chgData name="rj397971@outlook.com" userId="95e0ea4353e316e6" providerId="LiveId" clId="{56C96A02-BB2D-49C2-B2B0-076CA387FD16}" dt="2026-08-27T18:10:54.461" v="2124" actId="14861"/>
        <pc:sldMkLst>
          <pc:docMk/>
          <pc:sldMk cId="1815053786" sldId="264"/>
        </pc:sldMkLst>
        <pc:spChg chg="add mod">
          <ac:chgData name="rj397971@outlook.com" userId="95e0ea4353e316e6" providerId="LiveId" clId="{56C96A02-BB2D-49C2-B2B0-076CA387FD16}" dt="2026-08-27T17:39:05.959" v="1565" actId="1076"/>
          <ac:spMkLst>
            <pc:docMk/>
            <pc:sldMk cId="1815053786" sldId="264"/>
            <ac:spMk id="3" creationId="{439C6C3E-C63F-FE71-A3E0-A2491284AB14}"/>
          </ac:spMkLst>
        </pc:spChg>
        <pc:spChg chg="add del mod">
          <ac:chgData name="rj397971@outlook.com" userId="95e0ea4353e316e6" providerId="LiveId" clId="{56C96A02-BB2D-49C2-B2B0-076CA387FD16}" dt="2026-08-27T17:56:39.592" v="2059" actId="21"/>
          <ac:spMkLst>
            <pc:docMk/>
            <pc:sldMk cId="1815053786" sldId="264"/>
            <ac:spMk id="5" creationId="{6CA0F67D-2A3F-C931-5441-6C518A1CAB93}"/>
          </ac:spMkLst>
        </pc:spChg>
        <pc:spChg chg="add mod">
          <ac:chgData name="rj397971@outlook.com" userId="95e0ea4353e316e6" providerId="LiveId" clId="{56C96A02-BB2D-49C2-B2B0-076CA387FD16}" dt="2026-08-27T18:07:24.078" v="2105" actId="14861"/>
          <ac:spMkLst>
            <pc:docMk/>
            <pc:sldMk cId="1815053786" sldId="264"/>
            <ac:spMk id="6" creationId="{584483F1-20DD-5155-2E71-43E42A3102FB}"/>
          </ac:spMkLst>
        </pc:spChg>
        <pc:spChg chg="add mod">
          <ac:chgData name="rj397971@outlook.com" userId="95e0ea4353e316e6" providerId="LiveId" clId="{56C96A02-BB2D-49C2-B2B0-076CA387FD16}" dt="2026-08-27T18:03:00.889" v="2099" actId="14861"/>
          <ac:spMkLst>
            <pc:docMk/>
            <pc:sldMk cId="1815053786" sldId="264"/>
            <ac:spMk id="7" creationId="{A6E57381-AF0D-5147-8809-FC38A61D4448}"/>
          </ac:spMkLst>
        </pc:spChg>
        <pc:spChg chg="add mod">
          <ac:chgData name="rj397971@outlook.com" userId="95e0ea4353e316e6" providerId="LiveId" clId="{56C96A02-BB2D-49C2-B2B0-076CA387FD16}" dt="2026-08-27T18:03:26.473" v="2101" actId="14861"/>
          <ac:spMkLst>
            <pc:docMk/>
            <pc:sldMk cId="1815053786" sldId="264"/>
            <ac:spMk id="8" creationId="{7AC89E21-81FA-0912-C988-8294F6AA3B88}"/>
          </ac:spMkLst>
        </pc:spChg>
        <pc:spChg chg="add mod">
          <ac:chgData name="rj397971@outlook.com" userId="95e0ea4353e316e6" providerId="LiveId" clId="{56C96A02-BB2D-49C2-B2B0-076CA387FD16}" dt="2026-08-27T18:08:18.572" v="2108" actId="14861"/>
          <ac:spMkLst>
            <pc:docMk/>
            <pc:sldMk cId="1815053786" sldId="264"/>
            <ac:spMk id="9" creationId="{BB545DE8-E791-92AB-45E4-293605BAE93B}"/>
          </ac:spMkLst>
        </pc:spChg>
        <pc:spChg chg="add mod">
          <ac:chgData name="rj397971@outlook.com" userId="95e0ea4353e316e6" providerId="LiveId" clId="{56C96A02-BB2D-49C2-B2B0-076CA387FD16}" dt="2026-08-27T18:08:48.934" v="2110" actId="14861"/>
          <ac:spMkLst>
            <pc:docMk/>
            <pc:sldMk cId="1815053786" sldId="264"/>
            <ac:spMk id="10" creationId="{BB3A1993-C801-E918-DE9D-29BFC2E5394E}"/>
          </ac:spMkLst>
        </pc:spChg>
        <pc:spChg chg="add mod">
          <ac:chgData name="rj397971@outlook.com" userId="95e0ea4353e316e6" providerId="LiveId" clId="{56C96A02-BB2D-49C2-B2B0-076CA387FD16}" dt="2026-08-27T18:09:04.350" v="2112" actId="14861"/>
          <ac:spMkLst>
            <pc:docMk/>
            <pc:sldMk cId="1815053786" sldId="264"/>
            <ac:spMk id="12" creationId="{91067C6B-9FD6-7FD2-191F-5704C13DE346}"/>
          </ac:spMkLst>
        </pc:spChg>
        <pc:spChg chg="add mod">
          <ac:chgData name="rj397971@outlook.com" userId="95e0ea4353e316e6" providerId="LiveId" clId="{56C96A02-BB2D-49C2-B2B0-076CA387FD16}" dt="2026-08-27T18:10:32.041" v="2122" actId="14861"/>
          <ac:spMkLst>
            <pc:docMk/>
            <pc:sldMk cId="1815053786" sldId="264"/>
            <ac:spMk id="13" creationId="{5986E23D-6BBC-CCC9-5FB3-B5C7EB336AB2}"/>
          </ac:spMkLst>
        </pc:spChg>
        <pc:spChg chg="add mod">
          <ac:chgData name="rj397971@outlook.com" userId="95e0ea4353e316e6" providerId="LiveId" clId="{56C96A02-BB2D-49C2-B2B0-076CA387FD16}" dt="2026-08-27T18:10:54.461" v="2124" actId="14861"/>
          <ac:spMkLst>
            <pc:docMk/>
            <pc:sldMk cId="1815053786" sldId="264"/>
            <ac:spMk id="14" creationId="{B41670D5-9031-04C2-A4ED-E00D7C9B293E}"/>
          </ac:spMkLst>
        </pc:spChg>
        <pc:spChg chg="add mod">
          <ac:chgData name="rj397971@outlook.com" userId="95e0ea4353e316e6" providerId="LiveId" clId="{56C96A02-BB2D-49C2-B2B0-076CA387FD16}" dt="2026-08-27T17:57:19" v="2065" actId="14100"/>
          <ac:spMkLst>
            <pc:docMk/>
            <pc:sldMk cId="1815053786" sldId="264"/>
            <ac:spMk id="15" creationId="{732BE8D4-4415-45AA-1C7D-D44A9173E816}"/>
          </ac:spMkLst>
        </pc:spChg>
        <pc:spChg chg="add mod">
          <ac:chgData name="rj397971@outlook.com" userId="95e0ea4353e316e6" providerId="LiveId" clId="{56C96A02-BB2D-49C2-B2B0-076CA387FD16}" dt="2026-08-27T17:57:32.916" v="2067" actId="1076"/>
          <ac:spMkLst>
            <pc:docMk/>
            <pc:sldMk cId="1815053786" sldId="264"/>
            <ac:spMk id="17" creationId="{0398D3EC-291D-A122-7560-947CBF79824D}"/>
          </ac:spMkLst>
        </pc:spChg>
        <pc:spChg chg="add mod">
          <ac:chgData name="rj397971@outlook.com" userId="95e0ea4353e316e6" providerId="LiveId" clId="{56C96A02-BB2D-49C2-B2B0-076CA387FD16}" dt="2026-08-27T17:58:07.156" v="2070" actId="1076"/>
          <ac:spMkLst>
            <pc:docMk/>
            <pc:sldMk cId="1815053786" sldId="264"/>
            <ac:spMk id="19" creationId="{068D0082-2C68-FCA6-A306-92518227A352}"/>
          </ac:spMkLst>
        </pc:spChg>
        <pc:spChg chg="add mod">
          <ac:chgData name="rj397971@outlook.com" userId="95e0ea4353e316e6" providerId="LiveId" clId="{56C96A02-BB2D-49C2-B2B0-076CA387FD16}" dt="2026-08-27T17:58:21.450" v="2072" actId="1076"/>
          <ac:spMkLst>
            <pc:docMk/>
            <pc:sldMk cId="1815053786" sldId="264"/>
            <ac:spMk id="21" creationId="{1F53C97E-AC88-1747-C2BF-22B2E271B6A4}"/>
          </ac:spMkLst>
        </pc:spChg>
        <pc:spChg chg="add del mod">
          <ac:chgData name="rj397971@outlook.com" userId="95e0ea4353e316e6" providerId="LiveId" clId="{56C96A02-BB2D-49C2-B2B0-076CA387FD16}" dt="2026-08-27T18:00:08.543" v="2087" actId="21"/>
          <ac:spMkLst>
            <pc:docMk/>
            <pc:sldMk cId="1815053786" sldId="264"/>
            <ac:spMk id="22" creationId="{04B230CE-AE1D-FB63-1996-30D812BF0D31}"/>
          </ac:spMkLst>
        </pc:spChg>
        <pc:spChg chg="add mod">
          <ac:chgData name="rj397971@outlook.com" userId="95e0ea4353e316e6" providerId="LiveId" clId="{56C96A02-BB2D-49C2-B2B0-076CA387FD16}" dt="2026-08-27T18:00:28.768" v="2090" actId="1076"/>
          <ac:spMkLst>
            <pc:docMk/>
            <pc:sldMk cId="1815053786" sldId="264"/>
            <ac:spMk id="24" creationId="{FF377A27-DADF-2B25-C019-B90961743773}"/>
          </ac:spMkLst>
        </pc:spChg>
        <pc:spChg chg="add mod">
          <ac:chgData name="rj397971@outlook.com" userId="95e0ea4353e316e6" providerId="LiveId" clId="{56C96A02-BB2D-49C2-B2B0-076CA387FD16}" dt="2026-08-27T18:00:40.740" v="2092" actId="1076"/>
          <ac:spMkLst>
            <pc:docMk/>
            <pc:sldMk cId="1815053786" sldId="264"/>
            <ac:spMk id="26" creationId="{8FFAE0A3-A9D4-C595-BBA5-DAA99A4B56A5}"/>
          </ac:spMkLst>
        </pc:spChg>
        <pc:spChg chg="add mod">
          <ac:chgData name="rj397971@outlook.com" userId="95e0ea4353e316e6" providerId="LiveId" clId="{56C96A02-BB2D-49C2-B2B0-076CA387FD16}" dt="2026-08-27T18:09:59.750" v="2119" actId="207"/>
          <ac:spMkLst>
            <pc:docMk/>
            <pc:sldMk cId="1815053786" sldId="264"/>
            <ac:spMk id="27" creationId="{52D1E5A2-E209-AF33-72C8-EDD3B9E54E1D}"/>
          </ac:spMkLst>
        </pc:spChg>
      </pc:sldChg>
      <pc:sldChg chg="addSp delSp modSp new mod">
        <pc:chgData name="rj397971@outlook.com" userId="95e0ea4353e316e6" providerId="LiveId" clId="{56C96A02-BB2D-49C2-B2B0-076CA387FD16}" dt="2026-08-27T18:40:49.660" v="2205" actId="1076"/>
        <pc:sldMkLst>
          <pc:docMk/>
          <pc:sldMk cId="3940107026" sldId="265"/>
        </pc:sldMkLst>
        <pc:spChg chg="add mod">
          <ac:chgData name="rj397971@outlook.com" userId="95e0ea4353e316e6" providerId="LiveId" clId="{56C96A02-BB2D-49C2-B2B0-076CA387FD16}" dt="2026-08-27T18:12:51.751" v="2134" actId="14100"/>
          <ac:spMkLst>
            <pc:docMk/>
            <pc:sldMk cId="3940107026" sldId="265"/>
            <ac:spMk id="3" creationId="{73C0561F-73AD-57FA-8789-4F525D6F020B}"/>
          </ac:spMkLst>
        </pc:spChg>
        <pc:spChg chg="add del mod">
          <ac:chgData name="rj397971@outlook.com" userId="95e0ea4353e316e6" providerId="LiveId" clId="{56C96A02-BB2D-49C2-B2B0-076CA387FD16}" dt="2026-08-27T18:31:37.792" v="2197" actId="21"/>
          <ac:spMkLst>
            <pc:docMk/>
            <pc:sldMk cId="3940107026" sldId="265"/>
            <ac:spMk id="5" creationId="{0037C8AF-1D3D-C730-8474-9EBF54FB9397}"/>
          </ac:spMkLst>
        </pc:spChg>
        <pc:graphicFrameChg chg="add del mod modGraphic">
          <ac:chgData name="rj397971@outlook.com" userId="95e0ea4353e316e6" providerId="LiveId" clId="{56C96A02-BB2D-49C2-B2B0-076CA387FD16}" dt="2026-08-27T18:15:21.328" v="2151" actId="21"/>
          <ac:graphicFrameMkLst>
            <pc:docMk/>
            <pc:sldMk cId="3940107026" sldId="265"/>
            <ac:graphicFrameMk id="4" creationId="{FDC21D76-596C-6AA2-E44C-F62A80F15706}"/>
          </ac:graphicFrameMkLst>
        </pc:graphicFrameChg>
        <pc:picChg chg="add del mod">
          <ac:chgData name="rj397971@outlook.com" userId="95e0ea4353e316e6" providerId="LiveId" clId="{56C96A02-BB2D-49C2-B2B0-076CA387FD16}" dt="2026-08-27T18:30:56.540" v="2191" actId="21"/>
          <ac:picMkLst>
            <pc:docMk/>
            <pc:sldMk cId="3940107026" sldId="265"/>
            <ac:picMk id="7" creationId="{EBA903B6-A9BB-5225-2654-975132926D62}"/>
          </ac:picMkLst>
        </pc:picChg>
        <pc:picChg chg="add mod">
          <ac:chgData name="rj397971@outlook.com" userId="95e0ea4353e316e6" providerId="LiveId" clId="{56C96A02-BB2D-49C2-B2B0-076CA387FD16}" dt="2026-08-27T18:31:25.986" v="2196" actId="14100"/>
          <ac:picMkLst>
            <pc:docMk/>
            <pc:sldMk cId="3940107026" sldId="265"/>
            <ac:picMk id="9" creationId="{016C22C7-3D4F-B0BA-EAB3-5FA433E844CD}"/>
          </ac:picMkLst>
        </pc:picChg>
        <pc:picChg chg="add mod">
          <ac:chgData name="rj397971@outlook.com" userId="95e0ea4353e316e6" providerId="LiveId" clId="{56C96A02-BB2D-49C2-B2B0-076CA387FD16}" dt="2026-08-27T18:40:49.660" v="2205" actId="1076"/>
          <ac:picMkLst>
            <pc:docMk/>
            <pc:sldMk cId="3940107026" sldId="265"/>
            <ac:picMk id="12" creationId="{5FE4E9C6-F6E7-D17C-4DBD-E2A83042A70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0EAE-321D-CFB0-E99F-886F7A21E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22034-6827-08A9-E08D-F81C14AD2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762B5-35CF-8731-2E73-D692FDC66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6F6DC-0FF9-1111-A19D-B79BD867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AB683-A597-A1CC-2AC6-E9EA68FE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8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3939E-5AE5-AB63-1377-6B9FB5771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DC1E2-627D-F401-73BB-CBE72230D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A1A44-78A2-B9FC-8088-6AEED3A0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7E95F-A89E-E88A-834B-EF1E904F0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F198E-A84F-D6FD-F9CC-419BB6590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5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05A70-64F8-A64E-96A6-0A770CC82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0DD42-8F9C-FC8F-DB07-A8D550123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767C9-F02F-19A5-36D5-FC6038CB6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2623D-33A2-C01F-034A-683192D8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A406C-9FC8-E3EF-1788-325DA1361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9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8879-B9B0-522F-FFBC-E5408D99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CD06-687F-1C33-31AB-63A2F2D70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A1F50A-B336-A0C0-042E-001582CD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9BA43-B87E-F29E-3F88-3DBE862D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C8E43-30A2-535D-431F-394418827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F96C2-5108-B9CD-867E-09B656583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9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9348-8BFA-8A9F-2814-28276C34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C7F45-A477-9343-08CB-461D5A9E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1E962-A0D6-D86C-B234-C81B9DD0A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09D27-F4E3-CC56-6DC7-24B43A0FF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43857-D21C-7E3E-B77C-EB30AD9D8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A40FC-027A-816D-CB35-F790260E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873E3-BD08-C6F4-F20A-E6772FFB6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31B2A-7551-3318-3FF6-DCD152FEB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5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2B9DD-6DD8-EFB5-E14C-52F51C5E0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5660F-903E-AF92-1259-78F80191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8B24F-2A86-B621-C8C8-5272D2806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838CF-96CD-2DA9-5C15-F7B439F0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77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B53B9-C0E4-ED7B-8B18-EFA54BFC9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C4C80-A663-F857-6203-FEEB16C1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76AF0-75E1-1D46-132D-0F220CA6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10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C93A-52B8-2461-D176-E884008F7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3B75D-984B-2FA6-7D59-F2F0B0C12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E5C39-F450-FB31-FB16-DA25200F9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AAEAC-3BD5-7B23-820B-5D059912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1AA6B-E51F-59B1-8417-AB117437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29FA3-A2BF-F967-C671-6ACC7388A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2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389ED-D4FE-E74D-DD45-D65896E0A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1B799-58E2-9045-9E82-FD5482300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CC49B-F4A6-E2DE-A8BF-6606A5ABF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26B33-4E8D-A840-55A1-4F77060B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847A7-2CCE-9A35-1C5A-8D5F64077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FAEF8-F633-ABAC-320F-F52F2081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86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AC3C-B1B1-153D-DD65-5D1D4287C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7F562-33DA-7E02-6A01-C02F67197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168AE-2725-1ECC-3C92-C9B198B34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E0825-C739-81AB-F26D-F28ACCD3C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BD788-46D4-F0D0-F253-3EA38BDC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9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9AAE41-29D9-7EA0-7A71-61FC39BE5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AB578-0905-A6F6-8D58-B633DDB37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839D-B002-B39B-AD08-C919E61F8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27A44-9E6E-0C5E-CF6D-F06C50174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47FD9-AD2D-2B1A-EA8F-A3D06D92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67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B4939-AB72-656C-1B63-1FAB7BB8E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3BB90-FA55-0DAC-0AC6-0DA7FFF63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898F3-C279-1698-9B6F-26B7F82E1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B8D4D8-DCA7-42BA-BBDE-12D8096BC615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EFD9C-A542-33F5-9095-2E4B5D7618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EA26C-2C27-49AE-933D-64A565EB8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C9390-77D2-417D-8DF5-76D65BB7B0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0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arbontrack-fyqt.vercel.app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idspy-bug/carbontrack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D5B1FE-48D2-5AF5-3D4A-E6FEB377D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0" t="20947" r="3542" b="15645"/>
          <a:stretch>
            <a:fillRect/>
          </a:stretch>
        </p:blipFill>
        <p:spPr>
          <a:xfrm>
            <a:off x="3335482" y="0"/>
            <a:ext cx="4769428" cy="112236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3607DC-4A81-001A-580C-0B04D83500B4}"/>
              </a:ext>
            </a:extLst>
          </p:cNvPr>
          <p:cNvSpPr/>
          <p:nvPr/>
        </p:nvSpPr>
        <p:spPr>
          <a:xfrm>
            <a:off x="1000919" y="977205"/>
            <a:ext cx="101901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AI-Driven-Web-App-Development</a:t>
            </a:r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1B3F6D8-F6E9-27C0-8EA1-D805E2A95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7365" y="4064012"/>
            <a:ext cx="8123356" cy="785762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Siddhant saurav</a:t>
            </a:r>
            <a:br>
              <a:rPr lang="en-US" sz="4000" dirty="0"/>
            </a:br>
            <a:r>
              <a:rPr lang="en-US" sz="3100" dirty="0"/>
              <a:t>25scs1003002795</a:t>
            </a:r>
            <a:br>
              <a:rPr lang="en-US" sz="3100" dirty="0"/>
            </a:br>
            <a:r>
              <a:rPr lang="en-US" sz="3100" dirty="0"/>
              <a:t>BTECH(</a:t>
            </a:r>
            <a:r>
              <a:rPr lang="en-US" sz="3100" dirty="0" err="1"/>
              <a:t>cse</a:t>
            </a:r>
            <a:r>
              <a:rPr lang="en-US" sz="3100" dirty="0"/>
              <a:t>) 3</a:t>
            </a:r>
            <a:r>
              <a:rPr lang="en-US" sz="3100" baseline="30000" dirty="0"/>
              <a:t>rd</a:t>
            </a:r>
            <a:r>
              <a:rPr lang="en-US" sz="3100" dirty="0"/>
              <a:t> Sem</a:t>
            </a:r>
            <a:br>
              <a:rPr lang="en-US" sz="3100" dirty="0"/>
            </a:br>
            <a:br>
              <a:rPr lang="en-US" sz="3100" dirty="0"/>
            </a:b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LENOVO</a:t>
            </a:r>
            <a:br>
              <a:rPr lang="en-US" sz="3100" dirty="0"/>
            </a:br>
            <a:endParaRPr lang="en-US" sz="3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12FBEE-55CD-D07D-6E02-3010FAD206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9" t="10444" r="69290" b="52266"/>
          <a:stretch>
            <a:fillRect/>
          </a:stretch>
        </p:blipFill>
        <p:spPr>
          <a:xfrm>
            <a:off x="79514" y="6016896"/>
            <a:ext cx="1000919" cy="8411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090867-C4C4-0CF8-A252-EEE0E7AA5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62" t="10838" r="38068" b="55675"/>
          <a:stretch>
            <a:fillRect/>
          </a:stretch>
        </p:blipFill>
        <p:spPr>
          <a:xfrm>
            <a:off x="668900" y="5224692"/>
            <a:ext cx="840007" cy="7922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ECF8A9-F768-1152-4B00-07DD26D27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22" t="7246" r="6360" b="59421"/>
          <a:stretch>
            <a:fillRect/>
          </a:stretch>
        </p:blipFill>
        <p:spPr>
          <a:xfrm>
            <a:off x="1517010" y="5880795"/>
            <a:ext cx="967379" cy="785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E58179-6555-A8B9-F92E-B7BFD5286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57" t="57537" r="7907" b="9420"/>
          <a:stretch>
            <a:fillRect/>
          </a:stretch>
        </p:blipFill>
        <p:spPr>
          <a:xfrm>
            <a:off x="2309502" y="5065488"/>
            <a:ext cx="808155" cy="8153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D0DF1B-1843-75ED-83AC-DF5C4A9E8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4" t="53333" r="38483" b="16377"/>
          <a:stretch>
            <a:fillRect/>
          </a:stretch>
        </p:blipFill>
        <p:spPr>
          <a:xfrm>
            <a:off x="3251136" y="5852143"/>
            <a:ext cx="1079487" cy="890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39F249-585C-6D64-464D-89293EE07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" t="55356" r="68583" b="17207"/>
          <a:stretch>
            <a:fillRect/>
          </a:stretch>
        </p:blipFill>
        <p:spPr>
          <a:xfrm>
            <a:off x="4026480" y="5183897"/>
            <a:ext cx="1113870" cy="785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4C373C2-8030-B8DA-184C-CD61A51E6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85" t="31739" r="59148" b="33913"/>
          <a:stretch>
            <a:fillRect/>
          </a:stretch>
        </p:blipFill>
        <p:spPr>
          <a:xfrm>
            <a:off x="10153270" y="5019507"/>
            <a:ext cx="770733" cy="1147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E273CD1-828F-F9D9-5A29-7B9A71D86D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07" t="36095" r="35442" b="37247"/>
          <a:stretch>
            <a:fillRect/>
          </a:stretch>
        </p:blipFill>
        <p:spPr>
          <a:xfrm>
            <a:off x="11056552" y="5848665"/>
            <a:ext cx="1053548" cy="1009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27C0180-1CEA-9740-7FD0-4A3684A81B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27" t="36095" r="4188" b="36095"/>
          <a:stretch>
            <a:fillRect/>
          </a:stretch>
        </p:blipFill>
        <p:spPr>
          <a:xfrm>
            <a:off x="6903642" y="5923660"/>
            <a:ext cx="1261881" cy="9343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D102E00-CB77-BBE1-AF8E-0712045723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81" t="66934" r="11750" b="6408"/>
          <a:stretch>
            <a:fillRect/>
          </a:stretch>
        </p:blipFill>
        <p:spPr>
          <a:xfrm>
            <a:off x="5968465" y="5258612"/>
            <a:ext cx="1396463" cy="665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ECAD5BF-58F1-3E14-1A98-5C409402D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31" t="63905" r="46379" b="7468"/>
          <a:stretch>
            <a:fillRect/>
          </a:stretch>
        </p:blipFill>
        <p:spPr>
          <a:xfrm>
            <a:off x="8037979" y="5019508"/>
            <a:ext cx="915513" cy="9501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2DA6BF4-A3FA-7F07-34F1-D4C5255B9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6" t="65652" r="69469" b="6538"/>
          <a:stretch>
            <a:fillRect/>
          </a:stretch>
        </p:blipFill>
        <p:spPr>
          <a:xfrm>
            <a:off x="9050668" y="5801913"/>
            <a:ext cx="970053" cy="9906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531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6E7940-E2EB-B87A-3069-E69CD58547FA}"/>
              </a:ext>
            </a:extLst>
          </p:cNvPr>
          <p:cNvSpPr txBox="1"/>
          <p:nvPr/>
        </p:nvSpPr>
        <p:spPr>
          <a:xfrm>
            <a:off x="2773018" y="-109331"/>
            <a:ext cx="7026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+mj-lt"/>
              </a:rPr>
              <a:t>Internship Overview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0B2E41-3E34-6393-DCC7-3B389731B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804628"/>
              </p:ext>
            </p:extLst>
          </p:nvPr>
        </p:nvGraphicFramePr>
        <p:xfrm>
          <a:off x="2015987" y="1147048"/>
          <a:ext cx="8160026" cy="3492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013">
                  <a:extLst>
                    <a:ext uri="{9D8B030D-6E8A-4147-A177-3AD203B41FA5}">
                      <a16:colId xmlns:a16="http://schemas.microsoft.com/office/drawing/2014/main" val="1670859428"/>
                    </a:ext>
                  </a:extLst>
                </a:gridCol>
                <a:gridCol w="4080013">
                  <a:extLst>
                    <a:ext uri="{9D8B030D-6E8A-4147-A177-3AD203B41FA5}">
                      <a16:colId xmlns:a16="http://schemas.microsoft.com/office/drawing/2014/main" val="2984589508"/>
                    </a:ext>
                  </a:extLst>
                </a:gridCol>
              </a:tblGrid>
              <a:tr h="52599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ORGANIZATION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>
                              <a:lumMod val="95000"/>
                            </a:schemeClr>
                          </a:solidFill>
                          <a:highlight>
                            <a:srgbClr val="FF0000"/>
                          </a:highlight>
                        </a:rPr>
                        <a:t>LENOVO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769589"/>
                  </a:ext>
                </a:extLst>
              </a:tr>
              <a:tr h="52599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Lenovo LEAP Internship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872558"/>
                  </a:ext>
                </a:extLst>
              </a:tr>
              <a:tr h="6777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INTERNSHIP DOMAIN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/>
                        <a:t>WEB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600404"/>
                  </a:ext>
                </a:extLst>
              </a:tr>
              <a:tr h="65747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/>
                        <a:t>Web App Development Intern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604927"/>
                  </a:ext>
                </a:extLst>
              </a:tr>
              <a:tr h="52599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b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686991"/>
                  </a:ext>
                </a:extLst>
              </a:tr>
              <a:tr h="525992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sz="2400" b="1" u="sng" dirty="0"/>
                        <a:t>REMOTE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6819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E20177F-7A08-2471-D949-CFF17246C4F2}"/>
              </a:ext>
            </a:extLst>
          </p:cNvPr>
          <p:cNvSpPr txBox="1"/>
          <p:nvPr/>
        </p:nvSpPr>
        <p:spPr>
          <a:xfrm>
            <a:off x="567735" y="5298983"/>
            <a:ext cx="110565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sz="2000" b="1" u="sng" dirty="0"/>
              <a:t>Lenovo LEAP </a:t>
            </a:r>
            <a:r>
              <a:rPr lang="en-US" dirty="0"/>
              <a:t>Internship, conducted in collaboration with</a:t>
            </a:r>
            <a:r>
              <a:rPr lang="en-US" sz="2000" b="1" u="sng" dirty="0"/>
              <a:t> AICTE</a:t>
            </a:r>
            <a:r>
              <a:rPr lang="en-US" dirty="0"/>
              <a:t>, provided valuable industry exposure through hands-on learning and practical experience in a professional environment. The internship helped bridge the gap between academic knowledge and real-world application while strengthening technical skills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8E701-A617-0248-2064-0F9FA7BCB69C}"/>
              </a:ext>
            </a:extLst>
          </p:cNvPr>
          <p:cNvSpPr txBox="1"/>
          <p:nvPr/>
        </p:nvSpPr>
        <p:spPr>
          <a:xfrm>
            <a:off x="6286500" y="3539613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15-06-26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8B619-B959-B9FE-B368-9E2EBFE57796}"/>
              </a:ext>
            </a:extLst>
          </p:cNvPr>
          <p:cNvSpPr txBox="1"/>
          <p:nvPr/>
        </p:nvSpPr>
        <p:spPr>
          <a:xfrm>
            <a:off x="7665103" y="3539613"/>
            <a:ext cx="441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F3FE4-FC33-E2E3-2852-403417D4A4E0}"/>
              </a:ext>
            </a:extLst>
          </p:cNvPr>
          <p:cNvSpPr txBox="1"/>
          <p:nvPr/>
        </p:nvSpPr>
        <p:spPr>
          <a:xfrm>
            <a:off x="8309853" y="3539613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30-07-26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204102-710B-7200-94A9-7426539EFED7}"/>
              </a:ext>
            </a:extLst>
          </p:cNvPr>
          <p:cNvSpPr txBox="1"/>
          <p:nvPr/>
        </p:nvSpPr>
        <p:spPr>
          <a:xfrm>
            <a:off x="7347067" y="3811107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(6 Week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712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A9CFEF-5802-A3AC-9AEA-F9A76E6A3BA1}"/>
              </a:ext>
            </a:extLst>
          </p:cNvPr>
          <p:cNvSpPr txBox="1"/>
          <p:nvPr/>
        </p:nvSpPr>
        <p:spPr>
          <a:xfrm>
            <a:off x="3031434" y="133385"/>
            <a:ext cx="54665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u="sng" dirty="0"/>
              <a:t>Organization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A9F41-6FDC-DFE6-1BC3-0B66CD428AC4}"/>
              </a:ext>
            </a:extLst>
          </p:cNvPr>
          <p:cNvSpPr txBox="1"/>
          <p:nvPr/>
        </p:nvSpPr>
        <p:spPr>
          <a:xfrm>
            <a:off x="2175427" y="779716"/>
            <a:ext cx="7395956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60000" endA="900" endPos="60000" dist="60007" dir="5400000" sy="-100000" algn="bl" rotWithShape="0"/>
                </a:effectLst>
              </a:rPr>
              <a:t>LENOVO LEAP — NEXTGEN SCHOLAR PROGRAM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4D0ACB-6CE6-4B6F-8266-0912064D2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2" r="9756"/>
          <a:stretch>
            <a:fillRect/>
          </a:stretch>
        </p:blipFill>
        <p:spPr>
          <a:xfrm>
            <a:off x="2763077" y="1525437"/>
            <a:ext cx="1388079" cy="12177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5DE128-0F66-3EE8-0F04-30F3BC071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7" t="34027" r="56492" b="34984"/>
          <a:stretch>
            <a:fillRect/>
          </a:stretch>
        </p:blipFill>
        <p:spPr>
          <a:xfrm>
            <a:off x="4735374" y="1816266"/>
            <a:ext cx="2276061" cy="7794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091A46-E121-B7E8-2096-7F2036A3B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44" b="21235"/>
          <a:stretch>
            <a:fillRect/>
          </a:stretch>
        </p:blipFill>
        <p:spPr>
          <a:xfrm>
            <a:off x="7617651" y="1887929"/>
            <a:ext cx="1953732" cy="6361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C3D9A4-284E-C1A0-E2AF-D2F94E3F8CA1}"/>
              </a:ext>
            </a:extLst>
          </p:cNvPr>
          <p:cNvSpPr txBox="1"/>
          <p:nvPr/>
        </p:nvSpPr>
        <p:spPr>
          <a:xfrm>
            <a:off x="1043610" y="3251030"/>
            <a:ext cx="103963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Lenovo LEAP: NextGen Scholar Program</a:t>
            </a:r>
            <a:r>
              <a:rPr lang="en-US" sz="2000" dirty="0"/>
              <a:t> is an industry-driven initiative designed to equip students with essential skills in emerging technologies. The program is offered completely free of cost to all participants </a:t>
            </a:r>
            <a:r>
              <a:rPr lang="en-US" sz="2000" b="1" dirty="0"/>
              <a:t>in collaboration with the All India Council for Technical Education (AICTE)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dirty="0"/>
              <a:t>Participants work on real-life projects through live masterclasses and mentorship sessions, providing hands-on practical exposure and industry-relevant learning.</a:t>
            </a:r>
          </a:p>
        </p:txBody>
      </p:sp>
    </p:spTree>
    <p:extLst>
      <p:ext uri="{BB962C8B-B14F-4D97-AF65-F5344CB8AC3E}">
        <p14:creationId xmlns:p14="http://schemas.microsoft.com/office/powerpoint/2010/main" val="347181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FF0E5C-86AA-A4B1-2A70-FEABA65847B9}"/>
              </a:ext>
            </a:extLst>
          </p:cNvPr>
          <p:cNvSpPr txBox="1"/>
          <p:nvPr/>
        </p:nvSpPr>
        <p:spPr>
          <a:xfrm>
            <a:off x="3446393" y="-29817"/>
            <a:ext cx="6097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INTERNSHIP</a:t>
            </a:r>
            <a:r>
              <a:rPr lang="en-US" sz="3200" b="1" u="sng" dirty="0"/>
              <a:t> </a:t>
            </a:r>
            <a:r>
              <a:rPr lang="en-US" sz="4000" b="1" u="sng" dirty="0"/>
              <a:t>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91373D-677A-2681-9BCA-27BFE5BAD2FD}"/>
              </a:ext>
            </a:extLst>
          </p:cNvPr>
          <p:cNvSpPr/>
          <p:nvPr/>
        </p:nvSpPr>
        <p:spPr>
          <a:xfrm>
            <a:off x="737001" y="722395"/>
            <a:ext cx="1105592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>
              <a:bevelT h="0"/>
            </a:sp3d>
          </a:bodyPr>
          <a:lstStyle/>
          <a:p>
            <a:pPr algn="ctr"/>
            <a:r>
              <a:rPr lang="en-US" sz="3200" b="0" cap="none" spc="0" dirty="0">
                <a:ln w="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LEARN → APPLY → DEVELOP → COLLABORATE → GROW</a:t>
            </a:r>
            <a:endParaRPr lang="en-US" sz="3200" b="0" cap="none" spc="0" dirty="0">
              <a:ln w="0">
                <a:solidFill>
                  <a:schemeClr val="accent5">
                    <a:lumMod val="60000"/>
                    <a:lumOff val="40000"/>
                  </a:schemeClr>
                </a:solidFill>
              </a:ln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9DD946-2338-3C61-C4AF-D59981C3A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8" t="4795" r="4985" b="6164"/>
          <a:stretch>
            <a:fillRect/>
          </a:stretch>
        </p:blipFill>
        <p:spPr>
          <a:xfrm>
            <a:off x="0" y="2039445"/>
            <a:ext cx="3955774" cy="32997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CF698B-E187-E43B-2035-23EC65988BF9}"/>
              </a:ext>
            </a:extLst>
          </p:cNvPr>
          <p:cNvSpPr txBox="1"/>
          <p:nvPr/>
        </p:nvSpPr>
        <p:spPr>
          <a:xfrm>
            <a:off x="4569515" y="1577780"/>
            <a:ext cx="6197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Apply Academic Knowledge</a:t>
            </a:r>
            <a:r>
              <a:rPr lang="en-US" dirty="0"/>
              <a:t> — Transform theoretical concepts into practical, real-world solutions.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89F366-6F41-DCD6-216F-198CD6B5787B}"/>
              </a:ext>
            </a:extLst>
          </p:cNvPr>
          <p:cNvSpPr txBox="1"/>
          <p:nvPr/>
        </p:nvSpPr>
        <p:spPr>
          <a:xfrm>
            <a:off x="4569515" y="2359560"/>
            <a:ext cx="619704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Learn AI-Driven Development</a:t>
            </a:r>
            <a:r>
              <a:rPr lang="en-US" dirty="0"/>
              <a:t> — Understand how AI can be integrated into modern web applications.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Gain Hands-on Experience</a:t>
            </a:r>
            <a:r>
              <a:rPr lang="en-US" dirty="0"/>
              <a:t> — Develop practical skills through projects, masterclasses, and guided activities.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Strengthen Problem-Solving Skills</a:t>
            </a:r>
            <a:r>
              <a:rPr lang="en-US" dirty="0"/>
              <a:t> — Learn to analyze challenges and develop effective technical solutions.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Enhance Professional Skills</a:t>
            </a:r>
            <a:r>
              <a:rPr lang="en-US" dirty="0"/>
              <a:t> — Improve teamwork, communication, collaboration, and time management.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Build Industry Readiness</a:t>
            </a:r>
            <a:r>
              <a:rPr lang="en-US" dirty="0"/>
              <a:t> — Gain the confidence and practical exposure required for a professional technology environment.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25E75A5-8EE7-0A1C-DCD8-84ACC029B5BF}"/>
              </a:ext>
            </a:extLst>
          </p:cNvPr>
          <p:cNvCxnSpPr/>
          <p:nvPr/>
        </p:nvCxnSpPr>
        <p:spPr>
          <a:xfrm flipV="1">
            <a:off x="3955774" y="1779104"/>
            <a:ext cx="735496" cy="15803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2A175B-5E3B-A5AE-E594-437BB3C073BE}"/>
              </a:ext>
            </a:extLst>
          </p:cNvPr>
          <p:cNvCxnSpPr/>
          <p:nvPr/>
        </p:nvCxnSpPr>
        <p:spPr>
          <a:xfrm>
            <a:off x="3955774" y="3429000"/>
            <a:ext cx="735496" cy="23853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A4A26D-52EE-2146-3963-E6A94CC290B2}"/>
              </a:ext>
            </a:extLst>
          </p:cNvPr>
          <p:cNvCxnSpPr/>
          <p:nvPr/>
        </p:nvCxnSpPr>
        <p:spPr>
          <a:xfrm flipV="1">
            <a:off x="3955774" y="3359426"/>
            <a:ext cx="735496" cy="695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9A3FB17-60E4-C59C-BAD0-557A3ED9CAFA}"/>
              </a:ext>
            </a:extLst>
          </p:cNvPr>
          <p:cNvCxnSpPr/>
          <p:nvPr/>
        </p:nvCxnSpPr>
        <p:spPr>
          <a:xfrm flipV="1">
            <a:off x="3955774" y="2501110"/>
            <a:ext cx="735496" cy="8931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4F0C812-41C8-33FA-57DE-193C3F5DF74F}"/>
              </a:ext>
            </a:extLst>
          </p:cNvPr>
          <p:cNvCxnSpPr/>
          <p:nvPr/>
        </p:nvCxnSpPr>
        <p:spPr>
          <a:xfrm>
            <a:off x="3955774" y="3429000"/>
            <a:ext cx="735496" cy="7553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D1D0549-CFF0-17C9-C16D-3F2F2B474EC6}"/>
              </a:ext>
            </a:extLst>
          </p:cNvPr>
          <p:cNvCxnSpPr/>
          <p:nvPr/>
        </p:nvCxnSpPr>
        <p:spPr>
          <a:xfrm>
            <a:off x="3955774" y="3429000"/>
            <a:ext cx="735496" cy="15902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619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64D2A-A018-04E4-A6ED-392BF824694F}"/>
              </a:ext>
            </a:extLst>
          </p:cNvPr>
          <p:cNvSpPr txBox="1"/>
          <p:nvPr/>
        </p:nvSpPr>
        <p:spPr>
          <a:xfrm>
            <a:off x="2869924" y="83690"/>
            <a:ext cx="6144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INTERNSHIP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080CFB-4BDE-4A5F-9EE2-2D718981542C}"/>
              </a:ext>
            </a:extLst>
          </p:cNvPr>
          <p:cNvSpPr txBox="1"/>
          <p:nvPr/>
        </p:nvSpPr>
        <p:spPr>
          <a:xfrm>
            <a:off x="275811" y="1122329"/>
            <a:ext cx="22189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Web Foundations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B67F3-0893-63C5-C84E-0C6E58B06469}"/>
              </a:ext>
            </a:extLst>
          </p:cNvPr>
          <p:cNvSpPr txBox="1"/>
          <p:nvPr/>
        </p:nvSpPr>
        <p:spPr>
          <a:xfrm>
            <a:off x="1120637" y="1976613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Advanced HTML/CSS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BA2F7-6918-A370-4405-DBDE7A4F6664}"/>
              </a:ext>
            </a:extLst>
          </p:cNvPr>
          <p:cNvSpPr txBox="1"/>
          <p:nvPr/>
        </p:nvSpPr>
        <p:spPr>
          <a:xfrm>
            <a:off x="2494722" y="2830897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Build a Website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463829-E038-E5A5-F182-50475F8F31FA}"/>
              </a:ext>
            </a:extLst>
          </p:cNvPr>
          <p:cNvSpPr txBox="1"/>
          <p:nvPr/>
        </p:nvSpPr>
        <p:spPr>
          <a:xfrm>
            <a:off x="3288497" y="3626994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JavaScript Basics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018B51-4A88-01C5-BF43-3E89C818B5B0}"/>
              </a:ext>
            </a:extLst>
          </p:cNvPr>
          <p:cNvSpPr txBox="1"/>
          <p:nvPr/>
        </p:nvSpPr>
        <p:spPr>
          <a:xfrm>
            <a:off x="5682697" y="3626994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Advanced JavaScript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139CC3-940F-ECD0-DAB6-56942EE3DACD}"/>
              </a:ext>
            </a:extLst>
          </p:cNvPr>
          <p:cNvSpPr txBox="1"/>
          <p:nvPr/>
        </p:nvSpPr>
        <p:spPr>
          <a:xfrm>
            <a:off x="7038711" y="2900368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Backend Development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ABB720-90AD-FB06-7B14-E13D9DED318B}"/>
              </a:ext>
            </a:extLst>
          </p:cNvPr>
          <p:cNvSpPr txBox="1"/>
          <p:nvPr/>
        </p:nvSpPr>
        <p:spPr>
          <a:xfrm>
            <a:off x="8066507" y="2009230"/>
            <a:ext cx="69474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Full-Stack Basics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41D43-9AB1-663B-D49B-CA69D86D1133}"/>
              </a:ext>
            </a:extLst>
          </p:cNvPr>
          <p:cNvSpPr txBox="1"/>
          <p:nvPr/>
        </p:nvSpPr>
        <p:spPr>
          <a:xfrm>
            <a:off x="8827754" y="1118092"/>
            <a:ext cx="79802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Final Project &amp; Assessment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D2A366EB-F960-E9F2-B434-4E0B74E3135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38209" y="1342977"/>
            <a:ext cx="691083" cy="6414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336DEB56-2B29-5D12-9515-ABA7AD7249CE}"/>
              </a:ext>
            </a:extLst>
          </p:cNvPr>
          <p:cNvCxnSpPr/>
          <p:nvPr/>
        </p:nvCxnSpPr>
        <p:spPr>
          <a:xfrm rot="16200000" flipH="1">
            <a:off x="2707658" y="2458426"/>
            <a:ext cx="604208" cy="27967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9EAA371-FD18-AD62-7813-CD3EEAA442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28707" y="3198122"/>
            <a:ext cx="680788" cy="40072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6FA1AA92-BB7B-AB12-CF7A-36E5CD479013}"/>
              </a:ext>
            </a:extLst>
          </p:cNvPr>
          <p:cNvCxnSpPr>
            <a:endCxn id="12" idx="1"/>
          </p:cNvCxnSpPr>
          <p:nvPr/>
        </p:nvCxnSpPr>
        <p:spPr>
          <a:xfrm>
            <a:off x="5415280" y="3827049"/>
            <a:ext cx="267417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F064F9C6-BD7D-59D0-31F9-0D3960221F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248641" y="3308622"/>
            <a:ext cx="546971" cy="418798"/>
          </a:xfrm>
          <a:prstGeom prst="curvedConnector3">
            <a:avLst>
              <a:gd name="adj1" fmla="val 467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0E47143D-7650-09BE-A07C-F9F4E526F48C}"/>
              </a:ext>
            </a:extLst>
          </p:cNvPr>
          <p:cNvCxnSpPr/>
          <p:nvPr/>
        </p:nvCxnSpPr>
        <p:spPr>
          <a:xfrm rot="5400000" flipH="1" flipV="1">
            <a:off x="8571054" y="2456631"/>
            <a:ext cx="604209" cy="283266"/>
          </a:xfrm>
          <a:prstGeom prst="curvedConnector3">
            <a:avLst>
              <a:gd name="adj1" fmla="val 371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3A69C44F-0D74-8E5B-95D7-AD9AB02A465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489190" y="1510300"/>
            <a:ext cx="627232" cy="56946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96A394C-57BE-B506-3102-FEE1E5C7E18F}"/>
              </a:ext>
            </a:extLst>
          </p:cNvPr>
          <p:cNvSpPr txBox="1"/>
          <p:nvPr/>
        </p:nvSpPr>
        <p:spPr>
          <a:xfrm>
            <a:off x="2615015" y="1503723"/>
            <a:ext cx="1044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(Week 1)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7C0F7D-20BC-9C71-6F1A-6AEC536CBE33}"/>
              </a:ext>
            </a:extLst>
          </p:cNvPr>
          <p:cNvSpPr txBox="1"/>
          <p:nvPr/>
        </p:nvSpPr>
        <p:spPr>
          <a:xfrm>
            <a:off x="3440146" y="2411662"/>
            <a:ext cx="1009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(week 2)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87DCD57-8AAF-3521-AF2E-9A146845F79C}"/>
              </a:ext>
            </a:extLst>
          </p:cNvPr>
          <p:cNvSpPr txBox="1"/>
          <p:nvPr/>
        </p:nvSpPr>
        <p:spPr>
          <a:xfrm>
            <a:off x="4195107" y="3212796"/>
            <a:ext cx="1009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(week 3)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0D4FA5-E13F-4743-EB3E-001B47A33B65}"/>
              </a:ext>
            </a:extLst>
          </p:cNvPr>
          <p:cNvSpPr txBox="1"/>
          <p:nvPr/>
        </p:nvSpPr>
        <p:spPr>
          <a:xfrm>
            <a:off x="6208721" y="3209599"/>
            <a:ext cx="1009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(week 4)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1DD453-B50B-09B0-7984-59D8ABBDF37E}"/>
              </a:ext>
            </a:extLst>
          </p:cNvPr>
          <p:cNvSpPr txBox="1"/>
          <p:nvPr/>
        </p:nvSpPr>
        <p:spPr>
          <a:xfrm>
            <a:off x="7512554" y="2436614"/>
            <a:ext cx="1009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(week 5)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77B950-EC50-05D0-E08E-5F54795B2161}"/>
              </a:ext>
            </a:extLst>
          </p:cNvPr>
          <p:cNvSpPr txBox="1"/>
          <p:nvPr/>
        </p:nvSpPr>
        <p:spPr>
          <a:xfrm>
            <a:off x="8508501" y="1550516"/>
            <a:ext cx="1009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(week 6)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30E09A5-B38C-FB59-24E9-36979E0D3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" t="85303" r="3153" b="6951"/>
          <a:stretch>
            <a:fillRect/>
          </a:stretch>
        </p:blipFill>
        <p:spPr>
          <a:xfrm>
            <a:off x="495300" y="5735671"/>
            <a:ext cx="11201400" cy="7924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2B345EB-3E6D-B6B0-E0CE-EE8B4BA21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75" b="49824"/>
          <a:stretch>
            <a:fillRect/>
          </a:stretch>
        </p:blipFill>
        <p:spPr>
          <a:xfrm>
            <a:off x="0" y="4462764"/>
            <a:ext cx="12192000" cy="940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0542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34FBF5-2378-0481-B80F-BE94490C2259}"/>
              </a:ext>
            </a:extLst>
          </p:cNvPr>
          <p:cNvSpPr txBox="1"/>
          <p:nvPr/>
        </p:nvSpPr>
        <p:spPr>
          <a:xfrm>
            <a:off x="3210339" y="0"/>
            <a:ext cx="53888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/>
              <a:t>TECHNOLOGIES USED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203E6E30-FB3E-1112-4576-A7E60B07C9F5}"/>
              </a:ext>
            </a:extLst>
          </p:cNvPr>
          <p:cNvSpPr/>
          <p:nvPr/>
        </p:nvSpPr>
        <p:spPr>
          <a:xfrm>
            <a:off x="1" y="707886"/>
            <a:ext cx="2266122" cy="484632"/>
          </a:xfrm>
          <a:prstGeom prst="homePlate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FRONTEND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7B6D6-373D-BA51-4FD4-BCF6D73B92D9}"/>
              </a:ext>
            </a:extLst>
          </p:cNvPr>
          <p:cNvSpPr txBox="1"/>
          <p:nvPr/>
        </p:nvSpPr>
        <p:spPr>
          <a:xfrm>
            <a:off x="2831087" y="1269575"/>
            <a:ext cx="9855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HTML5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C8E5E7-F32D-720A-CB7D-48BD83080AE6}"/>
              </a:ext>
            </a:extLst>
          </p:cNvPr>
          <p:cNvSpPr txBox="1"/>
          <p:nvPr/>
        </p:nvSpPr>
        <p:spPr>
          <a:xfrm>
            <a:off x="3816626" y="1269575"/>
            <a:ext cx="8746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CSS3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DDA52-8339-3712-57FA-4597AA495337}"/>
              </a:ext>
            </a:extLst>
          </p:cNvPr>
          <p:cNvSpPr txBox="1"/>
          <p:nvPr/>
        </p:nvSpPr>
        <p:spPr>
          <a:xfrm>
            <a:off x="4682896" y="1269575"/>
            <a:ext cx="14088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JavaScript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8A251FD3-938E-F2B1-BD6C-5F29E03B0017}"/>
              </a:ext>
            </a:extLst>
          </p:cNvPr>
          <p:cNvSpPr/>
          <p:nvPr/>
        </p:nvSpPr>
        <p:spPr>
          <a:xfrm>
            <a:off x="-1" y="2146852"/>
            <a:ext cx="2266123" cy="484632"/>
          </a:xfrm>
          <a:prstGeom prst="homePlate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  <a:reflection blurRad="6350" stA="50000" endA="300" endPos="55000" dir="5400000" sy="-100000" algn="bl" rotWithShape="0"/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BACKEND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82195-E347-EE2D-01C5-1DAA0DEEC2FE}"/>
              </a:ext>
            </a:extLst>
          </p:cNvPr>
          <p:cNvSpPr txBox="1"/>
          <p:nvPr/>
        </p:nvSpPr>
        <p:spPr>
          <a:xfrm>
            <a:off x="2831087" y="2631484"/>
            <a:ext cx="11445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Node.js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E1DB33-213D-EB94-33BF-3248CA96AC82}"/>
              </a:ext>
            </a:extLst>
          </p:cNvPr>
          <p:cNvSpPr txBox="1"/>
          <p:nvPr/>
        </p:nvSpPr>
        <p:spPr>
          <a:xfrm>
            <a:off x="4548462" y="2618273"/>
            <a:ext cx="6147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Express.js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235649C7-7B58-0EDB-D17D-7BDEE81FF2A7}"/>
              </a:ext>
            </a:extLst>
          </p:cNvPr>
          <p:cNvSpPr/>
          <p:nvPr/>
        </p:nvSpPr>
        <p:spPr>
          <a:xfrm>
            <a:off x="0" y="3585818"/>
            <a:ext cx="2266122" cy="484632"/>
          </a:xfrm>
          <a:prstGeom prst="homePlate">
            <a:avLst/>
          </a:prstGeom>
          <a:solidFill>
            <a:schemeClr val="accent3">
              <a:lumMod val="75000"/>
            </a:schemeClr>
          </a:solidFill>
          <a:effectLst>
            <a:innerShdw blurRad="63500" dist="50800" dir="16200000">
              <a:prstClr val="black">
                <a:alpha val="50000"/>
              </a:prstClr>
            </a:innerShd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DATABASE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F9D474-FB19-06B2-D052-A4C765EDD9C1}"/>
              </a:ext>
            </a:extLst>
          </p:cNvPr>
          <p:cNvSpPr txBox="1"/>
          <p:nvPr/>
        </p:nvSpPr>
        <p:spPr>
          <a:xfrm>
            <a:off x="2831087" y="4039672"/>
            <a:ext cx="13731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MongoDB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340B2A-17A3-B9BB-0B6F-1470327D299E}"/>
              </a:ext>
            </a:extLst>
          </p:cNvPr>
          <p:cNvSpPr txBox="1"/>
          <p:nvPr/>
        </p:nvSpPr>
        <p:spPr>
          <a:xfrm>
            <a:off x="4204252" y="4039672"/>
            <a:ext cx="6147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API Integration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8A1D23D7-17B7-B33E-31A7-88A0A4D863A7}"/>
              </a:ext>
            </a:extLst>
          </p:cNvPr>
          <p:cNvSpPr/>
          <p:nvPr/>
        </p:nvSpPr>
        <p:spPr>
          <a:xfrm>
            <a:off x="1" y="5128591"/>
            <a:ext cx="2435086" cy="484632"/>
          </a:xfrm>
          <a:prstGeom prst="homePlate">
            <a:avLst/>
          </a:prstGeom>
          <a:solidFill>
            <a:schemeClr val="accent2">
              <a:lumMod val="50000"/>
            </a:schemeClr>
          </a:solidFill>
          <a:effectLst>
            <a:innerShdw blurRad="63500" dist="50800" dir="16200000">
              <a:prstClr val="black">
                <a:alpha val="50000"/>
              </a:prstClr>
            </a:innerShd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DEVELOPMENT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4B5F2E-8670-5936-F841-97B012E51562}"/>
              </a:ext>
            </a:extLst>
          </p:cNvPr>
          <p:cNvSpPr txBox="1"/>
          <p:nvPr/>
        </p:nvSpPr>
        <p:spPr>
          <a:xfrm>
            <a:off x="2831087" y="5465427"/>
            <a:ext cx="6147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VS Code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18EE01-74AB-7CF0-0269-F14200E75829}"/>
              </a:ext>
            </a:extLst>
          </p:cNvPr>
          <p:cNvSpPr txBox="1"/>
          <p:nvPr/>
        </p:nvSpPr>
        <p:spPr>
          <a:xfrm>
            <a:off x="4194314" y="5465427"/>
            <a:ext cx="6147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Git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0C8806-3B2B-ED38-EB71-E9865CFA9370}"/>
              </a:ext>
            </a:extLst>
          </p:cNvPr>
          <p:cNvSpPr txBox="1"/>
          <p:nvPr/>
        </p:nvSpPr>
        <p:spPr>
          <a:xfrm>
            <a:off x="5031685" y="5466644"/>
            <a:ext cx="6147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GitHub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A61BF67-0707-3B2D-108F-5471C36BD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0" t="4631" r="72239" b="71012"/>
          <a:stretch>
            <a:fillRect/>
          </a:stretch>
        </p:blipFill>
        <p:spPr>
          <a:xfrm>
            <a:off x="2968141" y="673402"/>
            <a:ext cx="729216" cy="66737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D861365-700F-F542-295E-C20598D33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4" t="3189" r="44332" b="70724"/>
          <a:stretch>
            <a:fillRect/>
          </a:stretch>
        </p:blipFill>
        <p:spPr>
          <a:xfrm>
            <a:off x="3864229" y="643571"/>
            <a:ext cx="684233" cy="69778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7897D44-A517-CD88-6A3F-E78D35DA1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90" t="4348" r="14380" b="71014"/>
          <a:stretch>
            <a:fillRect/>
          </a:stretch>
        </p:blipFill>
        <p:spPr>
          <a:xfrm>
            <a:off x="4933468" y="636943"/>
            <a:ext cx="743341" cy="70860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22CA353-C945-6AF4-6756-A7FA442F3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1" t="29370" r="56506" b="46522"/>
          <a:stretch>
            <a:fillRect/>
          </a:stretch>
        </p:blipFill>
        <p:spPr>
          <a:xfrm>
            <a:off x="2831087" y="1975823"/>
            <a:ext cx="1100002" cy="65351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7C4238-5A10-9E0E-09E0-F19A6756F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37" t="31305" r="13840" b="51014"/>
          <a:stretch>
            <a:fillRect/>
          </a:stretch>
        </p:blipFill>
        <p:spPr>
          <a:xfrm>
            <a:off x="4462209" y="2002573"/>
            <a:ext cx="1575850" cy="65351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40AF080-4557-369D-1A7D-A1451BBDC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1" t="50000" r="84138" b="29565"/>
          <a:stretch>
            <a:fillRect/>
          </a:stretch>
        </p:blipFill>
        <p:spPr>
          <a:xfrm>
            <a:off x="3210339" y="3180522"/>
            <a:ext cx="606287" cy="99518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82AF4DF-5A0D-7155-1B5E-F0004A9BD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92" t="50145" r="18537" b="27058"/>
          <a:stretch>
            <a:fillRect/>
          </a:stretch>
        </p:blipFill>
        <p:spPr>
          <a:xfrm>
            <a:off x="4461886" y="3316993"/>
            <a:ext cx="1373165" cy="88161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67BA2DA-87C3-BA77-9238-F307CC52A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8" t="71426" r="68390" b="4554"/>
          <a:stretch>
            <a:fillRect/>
          </a:stretch>
        </p:blipFill>
        <p:spPr>
          <a:xfrm>
            <a:off x="2945550" y="4715782"/>
            <a:ext cx="918679" cy="89041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98D4D3A-5D4C-B867-4BFD-5E4F0DC2B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32" t="72526" r="41723" b="4220"/>
          <a:stretch>
            <a:fillRect/>
          </a:stretch>
        </p:blipFill>
        <p:spPr>
          <a:xfrm>
            <a:off x="4029006" y="4810539"/>
            <a:ext cx="904462" cy="76051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19E9353-874B-AF01-90F6-3E5B96D5B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4" t="74783" r="12215" b="3479"/>
          <a:stretch>
            <a:fillRect/>
          </a:stretch>
        </p:blipFill>
        <p:spPr>
          <a:xfrm>
            <a:off x="5190067" y="4828528"/>
            <a:ext cx="774723" cy="667865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76D3073-CAB8-18FB-981D-F03A327E076E}"/>
              </a:ext>
            </a:extLst>
          </p:cNvPr>
          <p:cNvCxnSpPr>
            <a:cxnSpLocks/>
          </p:cNvCxnSpPr>
          <p:nvPr/>
        </p:nvCxnSpPr>
        <p:spPr>
          <a:xfrm>
            <a:off x="6520070" y="636943"/>
            <a:ext cx="17530" cy="61017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1" name="Picture 80">
            <a:extLst>
              <a:ext uri="{FF2B5EF4-FFF2-40B4-BE49-F238E27FC236}">
                <a16:creationId xmlns:a16="http://schemas.microsoft.com/office/drawing/2014/main" id="{E9B975B2-CCED-F792-6402-05808F3F7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00" t="10322" r="5284" b="26882"/>
          <a:stretch>
            <a:fillRect/>
          </a:stretch>
        </p:blipFill>
        <p:spPr>
          <a:xfrm>
            <a:off x="7142960" y="643571"/>
            <a:ext cx="4445664" cy="610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84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1D7C95-FB58-030E-7B46-F08292BF43A3}"/>
              </a:ext>
            </a:extLst>
          </p:cNvPr>
          <p:cNvSpPr txBox="1"/>
          <p:nvPr/>
        </p:nvSpPr>
        <p:spPr>
          <a:xfrm>
            <a:off x="3336648" y="0"/>
            <a:ext cx="55187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CAPSTONE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036DE-6834-6BD3-0390-1418C7B05EA8}"/>
              </a:ext>
            </a:extLst>
          </p:cNvPr>
          <p:cNvSpPr txBox="1"/>
          <p:nvPr/>
        </p:nvSpPr>
        <p:spPr>
          <a:xfrm>
            <a:off x="3436454" y="602733"/>
            <a:ext cx="4524790" cy="1323439"/>
          </a:xfrm>
          <a:prstGeom prst="rect">
            <a:avLst/>
          </a:prstGeom>
          <a:noFill/>
        </p:spPr>
        <p:txBody>
          <a:bodyPr wrap="square">
            <a:prstTxWarp prst="textPlain">
              <a:avLst/>
            </a:prstTxWarp>
            <a:spAutoFit/>
            <a:scene3d>
              <a:camera prst="perspectiveFront"/>
              <a:lightRig rig="threePt" dir="t"/>
            </a:scene3d>
          </a:bodyPr>
          <a:lstStyle/>
          <a:p>
            <a:r>
              <a:rPr lang="en-US" sz="4000" b="1" dirty="0">
                <a:effectLst>
                  <a:reflection blurRad="6350" stA="60000" endA="900" endPos="58000" dir="5400000" sy="-100000" algn="bl" rotWithShape="0"/>
                </a:effectLst>
              </a:rPr>
              <a:t>🌱 </a:t>
            </a:r>
            <a:r>
              <a:rPr lang="en-US" sz="4000" b="1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  <a:reflection blurRad="6350" stA="60000" endA="900" endPos="58000" dir="5400000" sy="-100000" algn="bl" rotWithShape="0"/>
                </a:effectLst>
              </a:rPr>
              <a:t>CarbonTrack</a:t>
            </a:r>
            <a:endParaRPr lang="en-US" sz="40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  <a:reflection blurRad="6350" stA="60000" endA="900" endPos="58000" dir="5400000" sy="-100000" algn="bl" rotWithShape="0"/>
              </a:effectLst>
            </a:endParaRPr>
          </a:p>
          <a:p>
            <a:endParaRPr lang="en-US" sz="4000" b="1" dirty="0">
              <a:effectLst>
                <a:reflection blurRad="6350" stA="60000" endA="900" endPos="58000" dir="5400000" sy="-100000" algn="bl" rotWithShape="0"/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250D43-574D-21BD-D030-7FC775DE253D}"/>
              </a:ext>
            </a:extLst>
          </p:cNvPr>
          <p:cNvSpPr txBox="1"/>
          <p:nvPr/>
        </p:nvSpPr>
        <p:spPr>
          <a:xfrm>
            <a:off x="645214" y="1439828"/>
            <a:ext cx="11199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full-stack web application designed to help users calculate, monitor, and reduce their carbon footprint</a:t>
            </a:r>
            <a:r>
              <a:rPr lang="en-US" dirty="0"/>
              <a:t>.</a:t>
            </a:r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D22470C8-6FAB-7E17-D137-82387A962E05}"/>
              </a:ext>
            </a:extLst>
          </p:cNvPr>
          <p:cNvSpPr/>
          <p:nvPr/>
        </p:nvSpPr>
        <p:spPr>
          <a:xfrm>
            <a:off x="191331" y="2195013"/>
            <a:ext cx="4791486" cy="1233987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en-US" b="1" dirty="0"/>
              <a:t>ndividuals often lack a simple way to understand and continuously track the environmental impact of their daily activities.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A1A1B1-951F-140D-732A-B26069B71C94}"/>
              </a:ext>
            </a:extLst>
          </p:cNvPr>
          <p:cNvCxnSpPr/>
          <p:nvPr/>
        </p:nvCxnSpPr>
        <p:spPr>
          <a:xfrm>
            <a:off x="5088835" y="2862470"/>
            <a:ext cx="185861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C392C7B-D017-BEF5-6CFD-05F0A0790B4F}"/>
              </a:ext>
            </a:extLst>
          </p:cNvPr>
          <p:cNvSpPr txBox="1"/>
          <p:nvPr/>
        </p:nvSpPr>
        <p:spPr>
          <a:xfrm>
            <a:off x="5088835" y="2427281"/>
            <a:ext cx="1657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SOLUTION</a:t>
            </a:r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55E06CE6-E33A-9D00-7023-7F1B8397BA36}"/>
              </a:ext>
            </a:extLst>
          </p:cNvPr>
          <p:cNvSpPr/>
          <p:nvPr/>
        </p:nvSpPr>
        <p:spPr>
          <a:xfrm>
            <a:off x="7053471" y="2195013"/>
            <a:ext cx="4791486" cy="1323439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/>
          </a:p>
          <a:p>
            <a:r>
              <a:rPr lang="en-US" sz="1600" b="1" dirty="0" err="1"/>
              <a:t>CarbonTrack</a:t>
            </a:r>
            <a:r>
              <a:rPr lang="en-US" sz="1600" b="1" dirty="0"/>
              <a:t> converts everyday activities into measurable carbon emissions and provides users with tracking, visualization, history, and sustainability goals.</a:t>
            </a:r>
          </a:p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7049332-1AFB-CA10-A607-2FC62C256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4" r="6836" b="4363"/>
          <a:stretch>
            <a:fillRect/>
          </a:stretch>
        </p:blipFill>
        <p:spPr>
          <a:xfrm>
            <a:off x="79512" y="3697841"/>
            <a:ext cx="3856384" cy="17203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F14EE17-1A2C-206F-1112-6BF25CFA8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327" y="4249311"/>
            <a:ext cx="4259516" cy="2334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F937DD4-7108-19DF-15F6-1C6D372EC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165" y="3787293"/>
            <a:ext cx="3338949" cy="2901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68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DF330F-DD43-D5DC-EC1A-D34DE4E6BC3D}"/>
              </a:ext>
            </a:extLst>
          </p:cNvPr>
          <p:cNvSpPr txBox="1"/>
          <p:nvPr/>
        </p:nvSpPr>
        <p:spPr>
          <a:xfrm>
            <a:off x="2694039" y="0"/>
            <a:ext cx="70005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Project Features &amp; Live Links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5EA875-609A-1C61-81C7-65BF71EB3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17" t="14505" r="10427" b="9833"/>
          <a:stretch>
            <a:fillRect/>
          </a:stretch>
        </p:blipFill>
        <p:spPr>
          <a:xfrm>
            <a:off x="1351935" y="793954"/>
            <a:ext cx="9488129" cy="2723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BD9FB74-125B-7C32-F298-E268DFE325A2}"/>
              </a:ext>
            </a:extLst>
          </p:cNvPr>
          <p:cNvSpPr/>
          <p:nvPr/>
        </p:nvSpPr>
        <p:spPr>
          <a:xfrm>
            <a:off x="-216310" y="3677262"/>
            <a:ext cx="1956619" cy="1061885"/>
          </a:xfrm>
          <a:prstGeom prst="rightArrow">
            <a:avLst>
              <a:gd name="adj1" fmla="val 50000"/>
              <a:gd name="adj2" fmla="val 59375"/>
            </a:avLst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reflection blurRad="6350" stA="50000" endA="300" endPos="55500" dist="50800" dir="5400000" sy="-100000" algn="bl" rotWithShape="0"/>
            <a:softEdge rad="31750"/>
          </a:effectLst>
          <a:scene3d>
            <a:camera prst="perspectiveHeroicExtremeLeftFacing"/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LIVE LINK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60DA1A-84DA-EC91-3006-2E4D34824B3E}"/>
              </a:ext>
            </a:extLst>
          </p:cNvPr>
          <p:cNvSpPr txBox="1"/>
          <p:nvPr/>
        </p:nvSpPr>
        <p:spPr>
          <a:xfrm>
            <a:off x="1843549" y="4198369"/>
            <a:ext cx="75757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hlinkClick r:id="rId3"/>
              </a:rPr>
              <a:t>https://carbontrack-fyqt.vercel.app/</a:t>
            </a:r>
            <a:endParaRPr lang="en-US" sz="3200" b="1" u="sng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3EE718B-4AB2-DD07-984B-CA27C8548411}"/>
              </a:ext>
            </a:extLst>
          </p:cNvPr>
          <p:cNvSpPr/>
          <p:nvPr/>
        </p:nvSpPr>
        <p:spPr>
          <a:xfrm>
            <a:off x="-216310" y="5397908"/>
            <a:ext cx="2059859" cy="1061884"/>
          </a:xfrm>
          <a:prstGeom prst="rightArrow">
            <a:avLst>
              <a:gd name="adj1" fmla="val 67054"/>
              <a:gd name="adj2" fmla="val 40164"/>
            </a:avLst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perspectiveHeroicExtremeLeftFacing"/>
            <a:lightRig rig="threePt" dir="t"/>
          </a:scene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SOURCE 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FEA57-2DBD-76DD-7B87-846C8D9F6CBE}"/>
              </a:ext>
            </a:extLst>
          </p:cNvPr>
          <p:cNvSpPr txBox="1"/>
          <p:nvPr/>
        </p:nvSpPr>
        <p:spPr>
          <a:xfrm>
            <a:off x="1843549" y="5667240"/>
            <a:ext cx="8386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hlinkClick r:id="rId4"/>
              </a:rPr>
              <a:t>https://github.com/sidspy-bug/carbontrack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52858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9C6C3E-C63F-FE71-A3E0-A2491284AB14}"/>
              </a:ext>
            </a:extLst>
          </p:cNvPr>
          <p:cNvSpPr txBox="1"/>
          <p:nvPr/>
        </p:nvSpPr>
        <p:spPr>
          <a:xfrm>
            <a:off x="3264309" y="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LEARNING OUTCOMES</a:t>
            </a: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584483F1-20DD-5155-2E71-43E42A3102FB}"/>
              </a:ext>
            </a:extLst>
          </p:cNvPr>
          <p:cNvSpPr/>
          <p:nvPr/>
        </p:nvSpPr>
        <p:spPr>
          <a:xfrm>
            <a:off x="0" y="956635"/>
            <a:ext cx="3470787" cy="955069"/>
          </a:xfrm>
          <a:prstGeom prst="flowChartTerminator">
            <a:avLst/>
          </a:prstGeom>
          <a:effectLst>
            <a:reflection blurRad="6350" stA="50000" endA="275" endPos="40000" dist="101600" dir="5400000" sy="-100000" algn="bl" rotWithShape="0"/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600" dirty="0"/>
              <a:t>🌐 </a:t>
            </a:r>
            <a:r>
              <a:rPr lang="en-US" sz="1600" b="1" dirty="0"/>
              <a:t>Gained practical knowledge of HTML5, CSS3 &amp; JavaScript</a:t>
            </a:r>
            <a:r>
              <a:rPr lang="en-US" sz="1600" dirty="0"/>
              <a:t> </a:t>
            </a:r>
          </a:p>
          <a:p>
            <a:pPr algn="ctr"/>
            <a:endParaRPr lang="en-US" dirty="0"/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A6E57381-AF0D-5147-8809-FC38A61D4448}"/>
              </a:ext>
            </a:extLst>
          </p:cNvPr>
          <p:cNvSpPr/>
          <p:nvPr/>
        </p:nvSpPr>
        <p:spPr>
          <a:xfrm>
            <a:off x="4296697" y="956635"/>
            <a:ext cx="3372465" cy="955069"/>
          </a:xfrm>
          <a:prstGeom prst="flowChartTerminator">
            <a:avLst/>
          </a:prstGeom>
          <a:effectLst>
            <a:reflection blurRad="6350" stA="52000" endA="300" endPos="35000" dir="5400000" sy="-100000" algn="bl" rotWithShape="0"/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📱 </a:t>
            </a:r>
            <a:r>
              <a:rPr lang="en-US" sz="1600" b="1" dirty="0"/>
              <a:t>Learned to develop responsive and interactive web interfaces</a:t>
            </a:r>
            <a:r>
              <a:rPr lang="en-US" sz="1600" dirty="0"/>
              <a:t> </a:t>
            </a:r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7AC89E21-81FA-0912-C988-8294F6AA3B88}"/>
              </a:ext>
            </a:extLst>
          </p:cNvPr>
          <p:cNvSpPr/>
          <p:nvPr/>
        </p:nvSpPr>
        <p:spPr>
          <a:xfrm>
            <a:off x="8495072" y="956635"/>
            <a:ext cx="3451123" cy="955069"/>
          </a:xfrm>
          <a:prstGeom prst="flowChartTerminator">
            <a:avLst/>
          </a:prstGeom>
          <a:effectLst>
            <a:reflection blurRad="6350" stA="50000" endA="275" endPos="40000" dist="101600" dir="5400000" sy="-100000" algn="bl" rotWithShape="0"/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dirty="0"/>
              <a:t>⚙️ </a:t>
            </a:r>
            <a:r>
              <a:rPr lang="en-US" sz="1600" b="1" dirty="0"/>
              <a:t>Developed backend applications using Node.js &amp; Express.js</a:t>
            </a:r>
            <a:r>
              <a:rPr lang="en-US" sz="1600" dirty="0"/>
              <a:t> 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BB545DE8-E791-92AB-45E4-293605BAE93B}"/>
              </a:ext>
            </a:extLst>
          </p:cNvPr>
          <p:cNvSpPr/>
          <p:nvPr/>
        </p:nvSpPr>
        <p:spPr>
          <a:xfrm>
            <a:off x="8495072" y="2752623"/>
            <a:ext cx="3451123" cy="955069"/>
          </a:xfrm>
          <a:prstGeom prst="flowChartTerminator">
            <a:avLst/>
          </a:prstGeom>
          <a:effectLst>
            <a:reflection blurRad="6350" stA="50000" endA="275" endPos="40000" dist="101600" dir="5400000" sy="-100000" algn="bl" rotWithShape="0"/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🔗 </a:t>
            </a:r>
            <a:r>
              <a:rPr lang="en-US" sz="1600" b="1" dirty="0"/>
              <a:t>Developed REST APIs &amp; frontend–backend integration</a:t>
            </a:r>
            <a:endParaRPr lang="en-US" sz="1600" dirty="0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BB3A1993-C801-E918-DE9D-29BFC2E5394E}"/>
              </a:ext>
            </a:extLst>
          </p:cNvPr>
          <p:cNvSpPr/>
          <p:nvPr/>
        </p:nvSpPr>
        <p:spPr>
          <a:xfrm>
            <a:off x="4296697" y="2752622"/>
            <a:ext cx="3460955" cy="955069"/>
          </a:xfrm>
          <a:prstGeom prst="flowChartTerminator">
            <a:avLst/>
          </a:prstGeom>
          <a:effectLst>
            <a:reflection blurRad="6350" stA="50000" endA="275" endPos="40000" dist="101600" dir="5400000" sy="-100000" algn="bl" rotWithShape="0"/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dirty="0"/>
              <a:t>🗄️ </a:t>
            </a:r>
            <a:r>
              <a:rPr lang="en-US" sz="1600" b="1" dirty="0"/>
              <a:t>Gained expertise in MySQL, database design &amp; CRUD operations</a:t>
            </a:r>
            <a:endParaRPr lang="en-US" sz="1600" dirty="0"/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91067C6B-9FD6-7FD2-191F-5704C13DE346}"/>
              </a:ext>
            </a:extLst>
          </p:cNvPr>
          <p:cNvSpPr/>
          <p:nvPr/>
        </p:nvSpPr>
        <p:spPr>
          <a:xfrm>
            <a:off x="0" y="2752622"/>
            <a:ext cx="3470787" cy="955069"/>
          </a:xfrm>
          <a:prstGeom prst="flowChartTerminator">
            <a:avLst/>
          </a:prstGeom>
          <a:effectLst>
            <a:reflection blurRad="6350" stA="50000" endA="300" endPos="55000" dir="5400000" sy="-100000" algn="bl" rotWithShape="0"/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dirty="0"/>
              <a:t>🔐 </a:t>
            </a:r>
            <a:r>
              <a:rPr lang="en-US" sz="1600" b="1" dirty="0"/>
              <a:t>Implemented secure authentication using JWT &amp; </a:t>
            </a:r>
            <a:r>
              <a:rPr lang="en-US" sz="1600" b="1" dirty="0" err="1"/>
              <a:t>bcrypt</a:t>
            </a:r>
            <a:endParaRPr lang="en-US" sz="1600" dirty="0"/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5986E23D-6BBC-CCC9-5FB3-B5C7EB336AB2}"/>
              </a:ext>
            </a:extLst>
          </p:cNvPr>
          <p:cNvSpPr/>
          <p:nvPr/>
        </p:nvSpPr>
        <p:spPr>
          <a:xfrm>
            <a:off x="-1" y="4548609"/>
            <a:ext cx="3470787" cy="955069"/>
          </a:xfrm>
          <a:prstGeom prst="flowChartTerminator">
            <a:avLst/>
          </a:prstGeom>
          <a:effectLst>
            <a:reflection blurRad="6350" stA="50000" endA="275" endPos="40000" dist="101600" dir="5400000" sy="-100000" algn="bl" rotWithShape="0"/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/>
              <a:t>🧩 Learned MVC architecture, API testing &amp; debugging</a:t>
            </a: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B41670D5-9031-04C2-A4ED-E00D7C9B293E}"/>
              </a:ext>
            </a:extLst>
          </p:cNvPr>
          <p:cNvSpPr/>
          <p:nvPr/>
        </p:nvSpPr>
        <p:spPr>
          <a:xfrm>
            <a:off x="4365523" y="5442867"/>
            <a:ext cx="3451123" cy="955069"/>
          </a:xfrm>
          <a:prstGeom prst="flowChartTerminator">
            <a:avLst/>
          </a:prstGeom>
          <a:effectLst>
            <a:reflection blurRad="6350" stA="50000" endA="275" endPos="40000" dist="101600" dir="5400000" sy="-100000" algn="bl" rotWithShape="0"/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600" b="1" dirty="0"/>
              <a:t>🚀 Applied Git/GitHub and full development workflow to build &amp; deploy </a:t>
            </a:r>
            <a:r>
              <a:rPr lang="en-US" sz="1600" b="1" dirty="0" err="1"/>
              <a:t>CarbonTrack</a:t>
            </a:r>
            <a:endParaRPr lang="en-US" sz="1600" b="1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32BE8D4-4415-45AA-1C7D-D44A9173E816}"/>
              </a:ext>
            </a:extLst>
          </p:cNvPr>
          <p:cNvSpPr/>
          <p:nvPr/>
        </p:nvSpPr>
        <p:spPr>
          <a:xfrm>
            <a:off x="3598606" y="1364672"/>
            <a:ext cx="580104" cy="1691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398D3EC-291D-A122-7560-947CBF79824D}"/>
              </a:ext>
            </a:extLst>
          </p:cNvPr>
          <p:cNvSpPr/>
          <p:nvPr/>
        </p:nvSpPr>
        <p:spPr>
          <a:xfrm>
            <a:off x="7757652" y="1312217"/>
            <a:ext cx="580104" cy="1691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68D0082-2C68-FCA6-A306-92518227A352}"/>
              </a:ext>
            </a:extLst>
          </p:cNvPr>
          <p:cNvSpPr/>
          <p:nvPr/>
        </p:nvSpPr>
        <p:spPr>
          <a:xfrm rot="10800000">
            <a:off x="7836310" y="3191592"/>
            <a:ext cx="580104" cy="1691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F53C97E-AC88-1747-C2BF-22B2E271B6A4}"/>
              </a:ext>
            </a:extLst>
          </p:cNvPr>
          <p:cNvSpPr/>
          <p:nvPr/>
        </p:nvSpPr>
        <p:spPr>
          <a:xfrm rot="10800000">
            <a:off x="3593691" y="3191591"/>
            <a:ext cx="580104" cy="1691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FF377A27-DADF-2B25-C019-B90961743773}"/>
              </a:ext>
            </a:extLst>
          </p:cNvPr>
          <p:cNvSpPr/>
          <p:nvPr/>
        </p:nvSpPr>
        <p:spPr>
          <a:xfrm rot="5400000">
            <a:off x="9846003" y="2247584"/>
            <a:ext cx="580104" cy="1691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FFAE0A3-A9D4-C595-BBA5-DAA99A4B56A5}"/>
              </a:ext>
            </a:extLst>
          </p:cNvPr>
          <p:cNvSpPr/>
          <p:nvPr/>
        </p:nvSpPr>
        <p:spPr>
          <a:xfrm rot="5400000">
            <a:off x="1149371" y="4043161"/>
            <a:ext cx="580104" cy="16915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52D1E5A2-E209-AF33-72C8-EDD3B9E54E1D}"/>
              </a:ext>
            </a:extLst>
          </p:cNvPr>
          <p:cNvSpPr/>
          <p:nvPr/>
        </p:nvSpPr>
        <p:spPr>
          <a:xfrm flipV="1">
            <a:off x="3657600" y="4772059"/>
            <a:ext cx="1524000" cy="593392"/>
          </a:xfrm>
          <a:prstGeom prst="bentUpArrow">
            <a:avLst>
              <a:gd name="adj1" fmla="val 18372"/>
              <a:gd name="adj2" fmla="val 25000"/>
              <a:gd name="adj3" fmla="val 4157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53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C0561F-73AD-57FA-8789-4F525D6F020B}"/>
              </a:ext>
            </a:extLst>
          </p:cNvPr>
          <p:cNvSpPr txBox="1"/>
          <p:nvPr/>
        </p:nvSpPr>
        <p:spPr>
          <a:xfrm>
            <a:off x="2172930" y="0"/>
            <a:ext cx="74823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ASSESSMENT &amp; CERTIFICATION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6C22C7-3D4F-B0BA-EAB3-5FA433E84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4896466"/>
            <a:ext cx="12192001" cy="19615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E4E9C6-F6E7-D17C-4DBD-E2A83042A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930" y="845596"/>
            <a:ext cx="7865806" cy="405087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0107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506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Aptos</vt:lpstr>
      <vt:lpstr>Aptos Display</vt:lpstr>
      <vt:lpstr>Arial</vt:lpstr>
      <vt:lpstr>Office Theme</vt:lpstr>
      <vt:lpstr>Siddhant saurav 25scs1003002795 BTECH(cse) 3rd Sem  LENOVO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rj397971@outlook.com</dc:creator>
  <cp:lastModifiedBy>rj397971@outlook.com</cp:lastModifiedBy>
  <cp:revision>1</cp:revision>
  <dcterms:created xsi:type="dcterms:W3CDTF">2026-08-26T04:41:45Z</dcterms:created>
  <dcterms:modified xsi:type="dcterms:W3CDTF">2026-08-27T18:56:56Z</dcterms:modified>
</cp:coreProperties>
</file>